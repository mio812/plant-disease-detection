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421" r:id="rId3"/>
    <p:sldId id="444" r:id="rId4"/>
    <p:sldId id="445" r:id="rId5"/>
    <p:sldId id="446" r:id="rId6"/>
    <p:sldId id="441" r:id="rId7"/>
    <p:sldId id="448" r:id="rId8"/>
    <p:sldId id="449" r:id="rId9"/>
    <p:sldId id="450" r:id="rId10"/>
    <p:sldId id="447" r:id="rId11"/>
    <p:sldId id="4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BDC2F-6334-4C10-8EA5-83EADEA4309D}" v="38" dt="2024-03-28T02:53:40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2"/>
    <p:restoredTop sz="93204" autoAdjust="0"/>
  </p:normalViewPr>
  <p:slideViewPr>
    <p:cSldViewPr snapToGrid="0">
      <p:cViewPr varScale="1">
        <p:scale>
          <a:sx n="130" d="100"/>
          <a:sy n="130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t Singh" userId="b4d4e167-5b1e-4244-b3e0-a2cbab649a82" providerId="ADAL" clId="{2D3BDC2F-6334-4C10-8EA5-83EADEA4309D}"/>
    <pc:docChg chg="undo redo custSel addSld delSld modSld">
      <pc:chgData name="Sonit Singh" userId="b4d4e167-5b1e-4244-b3e0-a2cbab649a82" providerId="ADAL" clId="{2D3BDC2F-6334-4C10-8EA5-83EADEA4309D}" dt="2024-03-28T02:54:16.853" v="597" actId="1076"/>
      <pc:docMkLst>
        <pc:docMk/>
      </pc:docMkLst>
      <pc:sldChg chg="addSp delSp modSp mod">
        <pc:chgData name="Sonit Singh" userId="b4d4e167-5b1e-4244-b3e0-a2cbab649a82" providerId="ADAL" clId="{2D3BDC2F-6334-4C10-8EA5-83EADEA4309D}" dt="2024-03-28T02:02:00.103" v="565" actId="1076"/>
        <pc:sldMkLst>
          <pc:docMk/>
          <pc:sldMk cId="3413601089" sldId="265"/>
        </pc:sldMkLst>
        <pc:spChg chg="mod">
          <ac:chgData name="Sonit Singh" userId="b4d4e167-5b1e-4244-b3e0-a2cbab649a82" providerId="ADAL" clId="{2D3BDC2F-6334-4C10-8EA5-83EADEA4309D}" dt="2024-03-28T02:02:00.103" v="565" actId="1076"/>
          <ac:spMkLst>
            <pc:docMk/>
            <pc:sldMk cId="3413601089" sldId="265"/>
            <ac:spMk id="3" creationId="{5CCCC68E-A06E-1747-A719-B74DFB9FB81B}"/>
          </ac:spMkLst>
        </pc:spChg>
        <pc:spChg chg="del">
          <ac:chgData name="Sonit Singh" userId="b4d4e167-5b1e-4244-b3e0-a2cbab649a82" providerId="ADAL" clId="{2D3BDC2F-6334-4C10-8EA5-83EADEA4309D}" dt="2024-03-28T01:58:48.883" v="539" actId="478"/>
          <ac:spMkLst>
            <pc:docMk/>
            <pc:sldMk cId="3413601089" sldId="265"/>
            <ac:spMk id="4" creationId="{A7708AC6-1F0E-CD47-BA19-E73287BA2393}"/>
          </ac:spMkLst>
        </pc:spChg>
        <pc:spChg chg="del">
          <ac:chgData name="Sonit Singh" userId="b4d4e167-5b1e-4244-b3e0-a2cbab649a82" providerId="ADAL" clId="{2D3BDC2F-6334-4C10-8EA5-83EADEA4309D}" dt="2024-03-28T01:59:47.019" v="553" actId="478"/>
          <ac:spMkLst>
            <pc:docMk/>
            <pc:sldMk cId="3413601089" sldId="265"/>
            <ac:spMk id="5" creationId="{2C58C2A2-E1ED-9249-83BE-592BCD539E66}"/>
          </ac:spMkLst>
        </pc:spChg>
        <pc:picChg chg="add mod">
          <ac:chgData name="Sonit Singh" userId="b4d4e167-5b1e-4244-b3e0-a2cbab649a82" providerId="ADAL" clId="{2D3BDC2F-6334-4C10-8EA5-83EADEA4309D}" dt="2024-03-28T01:59:38.677" v="552" actId="14100"/>
          <ac:picMkLst>
            <pc:docMk/>
            <pc:sldMk cId="3413601089" sldId="265"/>
            <ac:picMk id="6" creationId="{AF95A7F8-F2A2-EFC0-2817-0AC4F9CF1109}"/>
          </ac:picMkLst>
        </pc:picChg>
        <pc:picChg chg="add mod">
          <ac:chgData name="Sonit Singh" userId="b4d4e167-5b1e-4244-b3e0-a2cbab649a82" providerId="ADAL" clId="{2D3BDC2F-6334-4C10-8EA5-83EADEA4309D}" dt="2024-03-28T01:59:35.493" v="551" actId="14100"/>
          <ac:picMkLst>
            <pc:docMk/>
            <pc:sldMk cId="3413601089" sldId="265"/>
            <ac:picMk id="7" creationId="{E4451454-1966-ABEC-2BCE-90AA80F8BF9C}"/>
          </ac:picMkLst>
        </pc:picChg>
        <pc:picChg chg="del">
          <ac:chgData name="Sonit Singh" userId="b4d4e167-5b1e-4244-b3e0-a2cbab649a82" providerId="ADAL" clId="{2D3BDC2F-6334-4C10-8EA5-83EADEA4309D}" dt="2024-03-28T01:58:24.212" v="530" actId="478"/>
          <ac:picMkLst>
            <pc:docMk/>
            <pc:sldMk cId="3413601089" sldId="265"/>
            <ac:picMk id="1026" creationId="{B33F50E7-88F1-4249-A82E-C0223271A983}"/>
          </ac:picMkLst>
        </pc:picChg>
      </pc:sldChg>
      <pc:sldChg chg="addSp modSp mod">
        <pc:chgData name="Sonit Singh" userId="b4d4e167-5b1e-4244-b3e0-a2cbab649a82" providerId="ADAL" clId="{2D3BDC2F-6334-4C10-8EA5-83EADEA4309D}" dt="2024-03-28T01:52:51.788" v="356" actId="20577"/>
        <pc:sldMkLst>
          <pc:docMk/>
          <pc:sldMk cId="1358156115" sldId="415"/>
        </pc:sldMkLst>
        <pc:spChg chg="add mod">
          <ac:chgData name="Sonit Singh" userId="b4d4e167-5b1e-4244-b3e0-a2cbab649a82" providerId="ADAL" clId="{2D3BDC2F-6334-4C10-8EA5-83EADEA4309D}" dt="2024-03-28T01:52:51.788" v="356" actId="20577"/>
          <ac:spMkLst>
            <pc:docMk/>
            <pc:sldMk cId="1358156115" sldId="415"/>
            <ac:spMk id="5" creationId="{B882631B-1DA1-7A30-18F1-A5780D5FA82A}"/>
          </ac:spMkLst>
        </pc:spChg>
      </pc:sldChg>
      <pc:sldChg chg="addSp modSp">
        <pc:chgData name="Sonit Singh" userId="b4d4e167-5b1e-4244-b3e0-a2cbab649a82" providerId="ADAL" clId="{2D3BDC2F-6334-4C10-8EA5-83EADEA4309D}" dt="2024-03-28T01:53:10.935" v="358"/>
        <pc:sldMkLst>
          <pc:docMk/>
          <pc:sldMk cId="2717064764" sldId="416"/>
        </pc:sldMkLst>
        <pc:spChg chg="add mod">
          <ac:chgData name="Sonit Singh" userId="b4d4e167-5b1e-4244-b3e0-a2cbab649a82" providerId="ADAL" clId="{2D3BDC2F-6334-4C10-8EA5-83EADEA4309D}" dt="2024-03-28T01:53:10.935" v="358"/>
          <ac:spMkLst>
            <pc:docMk/>
            <pc:sldMk cId="2717064764" sldId="416"/>
            <ac:spMk id="5" creationId="{5B7878A4-6818-2982-F818-4380B0DD5BC1}"/>
          </ac:spMkLst>
        </pc:spChg>
      </pc:sldChg>
      <pc:sldChg chg="addSp modSp">
        <pc:chgData name="Sonit Singh" userId="b4d4e167-5b1e-4244-b3e0-a2cbab649a82" providerId="ADAL" clId="{2D3BDC2F-6334-4C10-8EA5-83EADEA4309D}" dt="2024-03-28T01:53:14.306" v="359"/>
        <pc:sldMkLst>
          <pc:docMk/>
          <pc:sldMk cId="3856706299" sldId="417"/>
        </pc:sldMkLst>
        <pc:spChg chg="add mod">
          <ac:chgData name="Sonit Singh" userId="b4d4e167-5b1e-4244-b3e0-a2cbab649a82" providerId="ADAL" clId="{2D3BDC2F-6334-4C10-8EA5-83EADEA4309D}" dt="2024-03-28T01:53:14.306" v="359"/>
          <ac:spMkLst>
            <pc:docMk/>
            <pc:sldMk cId="3856706299" sldId="417"/>
            <ac:spMk id="11" creationId="{EC23A056-FAA7-F9E2-1814-2CCA361C265F}"/>
          </ac:spMkLst>
        </pc:spChg>
      </pc:sldChg>
      <pc:sldChg chg="addSp modSp">
        <pc:chgData name="Sonit Singh" userId="b4d4e167-5b1e-4244-b3e0-a2cbab649a82" providerId="ADAL" clId="{2D3BDC2F-6334-4C10-8EA5-83EADEA4309D}" dt="2024-03-28T01:53:17.669" v="360"/>
        <pc:sldMkLst>
          <pc:docMk/>
          <pc:sldMk cId="3423287118" sldId="418"/>
        </pc:sldMkLst>
        <pc:spChg chg="add mod">
          <ac:chgData name="Sonit Singh" userId="b4d4e167-5b1e-4244-b3e0-a2cbab649a82" providerId="ADAL" clId="{2D3BDC2F-6334-4C10-8EA5-83EADEA4309D}" dt="2024-03-28T01:53:17.669" v="360"/>
          <ac:spMkLst>
            <pc:docMk/>
            <pc:sldMk cId="3423287118" sldId="418"/>
            <ac:spMk id="5" creationId="{3D5DB763-365B-A9AD-E004-C364DF95DBDD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26.351" v="362"/>
        <pc:sldMkLst>
          <pc:docMk/>
          <pc:sldMk cId="626192194" sldId="419"/>
        </pc:sldMkLst>
        <pc:spChg chg="del">
          <ac:chgData name="Sonit Singh" userId="b4d4e167-5b1e-4244-b3e0-a2cbab649a82" providerId="ADAL" clId="{2D3BDC2F-6334-4C10-8EA5-83EADEA4309D}" dt="2024-03-28T01:53:24.148" v="361" actId="478"/>
          <ac:spMkLst>
            <pc:docMk/>
            <pc:sldMk cId="626192194" sldId="419"/>
            <ac:spMk id="8" creationId="{21ECBBAF-BAD8-924B-4536-6D99C7EF8CB2}"/>
          </ac:spMkLst>
        </pc:spChg>
        <pc:spChg chg="add mod">
          <ac:chgData name="Sonit Singh" userId="b4d4e167-5b1e-4244-b3e0-a2cbab649a82" providerId="ADAL" clId="{2D3BDC2F-6334-4C10-8EA5-83EADEA4309D}" dt="2024-03-28T01:53:26.351" v="362"/>
          <ac:spMkLst>
            <pc:docMk/>
            <pc:sldMk cId="626192194" sldId="419"/>
            <ac:spMk id="9" creationId="{EA16A3CD-9C10-1B72-DF71-4503CF3C3533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2.818" v="364"/>
        <pc:sldMkLst>
          <pc:docMk/>
          <pc:sldMk cId="904114198" sldId="420"/>
        </pc:sldMkLst>
        <pc:spChg chg="add mod">
          <ac:chgData name="Sonit Singh" userId="b4d4e167-5b1e-4244-b3e0-a2cbab649a82" providerId="ADAL" clId="{2D3BDC2F-6334-4C10-8EA5-83EADEA4309D}" dt="2024-03-28T01:53:32.818" v="364"/>
          <ac:spMkLst>
            <pc:docMk/>
            <pc:sldMk cId="904114198" sldId="420"/>
            <ac:spMk id="5" creationId="{686F3D52-598D-1C48-2A98-10608B3C9426}"/>
          </ac:spMkLst>
        </pc:spChg>
        <pc:spChg chg="del">
          <ac:chgData name="Sonit Singh" userId="b4d4e167-5b1e-4244-b3e0-a2cbab649a82" providerId="ADAL" clId="{2D3BDC2F-6334-4C10-8EA5-83EADEA4309D}" dt="2024-03-28T01:53:30.452" v="363" actId="478"/>
          <ac:spMkLst>
            <pc:docMk/>
            <pc:sldMk cId="904114198" sldId="420"/>
            <ac:spMk id="8" creationId="{21ECBBAF-BAD8-924B-4536-6D99C7EF8CB2}"/>
          </ac:spMkLst>
        </pc:spChg>
      </pc:sldChg>
      <pc:sldChg chg="addSp modSp">
        <pc:chgData name="Sonit Singh" userId="b4d4e167-5b1e-4244-b3e0-a2cbab649a82" providerId="ADAL" clId="{2D3BDC2F-6334-4C10-8EA5-83EADEA4309D}" dt="2024-03-28T01:53:02.825" v="357"/>
        <pc:sldMkLst>
          <pc:docMk/>
          <pc:sldMk cId="4241363650" sldId="421"/>
        </pc:sldMkLst>
        <pc:spChg chg="add mod">
          <ac:chgData name="Sonit Singh" userId="b4d4e167-5b1e-4244-b3e0-a2cbab649a82" providerId="ADAL" clId="{2D3BDC2F-6334-4C10-8EA5-83EADEA4309D}" dt="2024-03-28T01:53:02.825" v="357"/>
          <ac:spMkLst>
            <pc:docMk/>
            <pc:sldMk cId="4241363650" sldId="421"/>
            <ac:spMk id="5" creationId="{47471554-0422-62B8-814A-4ABC624E8E60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8.867" v="366"/>
        <pc:sldMkLst>
          <pc:docMk/>
          <pc:sldMk cId="1239463707" sldId="422"/>
        </pc:sldMkLst>
        <pc:spChg chg="add mod">
          <ac:chgData name="Sonit Singh" userId="b4d4e167-5b1e-4244-b3e0-a2cbab649a82" providerId="ADAL" clId="{2D3BDC2F-6334-4C10-8EA5-83EADEA4309D}" dt="2024-03-28T01:53:38.867" v="366"/>
          <ac:spMkLst>
            <pc:docMk/>
            <pc:sldMk cId="1239463707" sldId="422"/>
            <ac:spMk id="5" creationId="{36975528-33F0-DF73-A379-72DDEE3D709D}"/>
          </ac:spMkLst>
        </pc:spChg>
        <pc:spChg chg="del">
          <ac:chgData name="Sonit Singh" userId="b4d4e167-5b1e-4244-b3e0-a2cbab649a82" providerId="ADAL" clId="{2D3BDC2F-6334-4C10-8EA5-83EADEA4309D}" dt="2024-03-28T01:53:37.237" v="365" actId="478"/>
          <ac:spMkLst>
            <pc:docMk/>
            <pc:sldMk cId="1239463707" sldId="42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7.776" v="372"/>
        <pc:sldMkLst>
          <pc:docMk/>
          <pc:sldMk cId="736746324" sldId="423"/>
        </pc:sldMkLst>
        <pc:spChg chg="add mod">
          <ac:chgData name="Sonit Singh" userId="b4d4e167-5b1e-4244-b3e0-a2cbab649a82" providerId="ADAL" clId="{2D3BDC2F-6334-4C10-8EA5-83EADEA4309D}" dt="2024-03-28T01:53:57.776" v="372"/>
          <ac:spMkLst>
            <pc:docMk/>
            <pc:sldMk cId="736746324" sldId="423"/>
            <ac:spMk id="5" creationId="{D1F51E6E-1772-5D09-2205-F00B8EEF8FD2}"/>
          </ac:spMkLst>
        </pc:spChg>
        <pc:spChg chg="del">
          <ac:chgData name="Sonit Singh" userId="b4d4e167-5b1e-4244-b3e0-a2cbab649a82" providerId="ADAL" clId="{2D3BDC2F-6334-4C10-8EA5-83EADEA4309D}" dt="2024-03-28T01:53:56.209" v="371" actId="478"/>
          <ac:spMkLst>
            <pc:docMk/>
            <pc:sldMk cId="736746324" sldId="42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2.063" v="380"/>
        <pc:sldMkLst>
          <pc:docMk/>
          <pc:sldMk cId="3017400174" sldId="424"/>
        </pc:sldMkLst>
        <pc:spChg chg="add mod">
          <ac:chgData name="Sonit Singh" userId="b4d4e167-5b1e-4244-b3e0-a2cbab649a82" providerId="ADAL" clId="{2D3BDC2F-6334-4C10-8EA5-83EADEA4309D}" dt="2024-03-28T01:54:22.063" v="380"/>
          <ac:spMkLst>
            <pc:docMk/>
            <pc:sldMk cId="3017400174" sldId="424"/>
            <ac:spMk id="5" creationId="{D1479261-B4BF-4C8D-233F-BF54298A799A}"/>
          </ac:spMkLst>
        </pc:spChg>
        <pc:spChg chg="del">
          <ac:chgData name="Sonit Singh" userId="b4d4e167-5b1e-4244-b3e0-a2cbab649a82" providerId="ADAL" clId="{2D3BDC2F-6334-4C10-8EA5-83EADEA4309D}" dt="2024-03-28T01:54:20.646" v="379" actId="478"/>
          <ac:spMkLst>
            <pc:docMk/>
            <pc:sldMk cId="3017400174" sldId="42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46.217" v="368"/>
        <pc:sldMkLst>
          <pc:docMk/>
          <pc:sldMk cId="619309492" sldId="425"/>
        </pc:sldMkLst>
        <pc:spChg chg="add mod">
          <ac:chgData name="Sonit Singh" userId="b4d4e167-5b1e-4244-b3e0-a2cbab649a82" providerId="ADAL" clId="{2D3BDC2F-6334-4C10-8EA5-83EADEA4309D}" dt="2024-03-28T01:53:46.217" v="368"/>
          <ac:spMkLst>
            <pc:docMk/>
            <pc:sldMk cId="619309492" sldId="425"/>
            <ac:spMk id="5" creationId="{9686DD55-0CE4-9875-71D1-748E4E677332}"/>
          </ac:spMkLst>
        </pc:spChg>
        <pc:spChg chg="del">
          <ac:chgData name="Sonit Singh" userId="b4d4e167-5b1e-4244-b3e0-a2cbab649a82" providerId="ADAL" clId="{2D3BDC2F-6334-4C10-8EA5-83EADEA4309D}" dt="2024-03-28T01:53:44.665" v="367" actId="478"/>
          <ac:spMkLst>
            <pc:docMk/>
            <pc:sldMk cId="619309492" sldId="42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1.336" v="370"/>
        <pc:sldMkLst>
          <pc:docMk/>
          <pc:sldMk cId="708102141" sldId="426"/>
        </pc:sldMkLst>
        <pc:spChg chg="add mod">
          <ac:chgData name="Sonit Singh" userId="b4d4e167-5b1e-4244-b3e0-a2cbab649a82" providerId="ADAL" clId="{2D3BDC2F-6334-4C10-8EA5-83EADEA4309D}" dt="2024-03-28T01:53:51.336" v="370"/>
          <ac:spMkLst>
            <pc:docMk/>
            <pc:sldMk cId="708102141" sldId="426"/>
            <ac:spMk id="5" creationId="{D5E9A8C4-0992-0D01-A3B8-C436FAAA38E5}"/>
          </ac:spMkLst>
        </pc:spChg>
        <pc:spChg chg="del">
          <ac:chgData name="Sonit Singh" userId="b4d4e167-5b1e-4244-b3e0-a2cbab649a82" providerId="ADAL" clId="{2D3BDC2F-6334-4C10-8EA5-83EADEA4309D}" dt="2024-03-28T01:53:49.689" v="369" actId="478"/>
          <ac:spMkLst>
            <pc:docMk/>
            <pc:sldMk cId="708102141" sldId="42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02.919" v="374"/>
        <pc:sldMkLst>
          <pc:docMk/>
          <pc:sldMk cId="2652084144" sldId="427"/>
        </pc:sldMkLst>
        <pc:spChg chg="add mod">
          <ac:chgData name="Sonit Singh" userId="b4d4e167-5b1e-4244-b3e0-a2cbab649a82" providerId="ADAL" clId="{2D3BDC2F-6334-4C10-8EA5-83EADEA4309D}" dt="2024-03-28T01:54:02.919" v="374"/>
          <ac:spMkLst>
            <pc:docMk/>
            <pc:sldMk cId="2652084144" sldId="427"/>
            <ac:spMk id="5" creationId="{6E2B8E8A-77E2-6638-6D4C-C9C5EE60ABA4}"/>
          </ac:spMkLst>
        </pc:spChg>
        <pc:spChg chg="del">
          <ac:chgData name="Sonit Singh" userId="b4d4e167-5b1e-4244-b3e0-a2cbab649a82" providerId="ADAL" clId="{2D3BDC2F-6334-4C10-8EA5-83EADEA4309D}" dt="2024-03-28T01:54:01.570" v="373" actId="478"/>
          <ac:spMkLst>
            <pc:docMk/>
            <pc:sldMk cId="2652084144" sldId="42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14.862" v="378"/>
        <pc:sldMkLst>
          <pc:docMk/>
          <pc:sldMk cId="47810063" sldId="428"/>
        </pc:sldMkLst>
        <pc:spChg chg="add mod">
          <ac:chgData name="Sonit Singh" userId="b4d4e167-5b1e-4244-b3e0-a2cbab649a82" providerId="ADAL" clId="{2D3BDC2F-6334-4C10-8EA5-83EADEA4309D}" dt="2024-03-28T01:54:14.862" v="378"/>
          <ac:spMkLst>
            <pc:docMk/>
            <pc:sldMk cId="47810063" sldId="428"/>
            <ac:spMk id="5" creationId="{58C2CA79-642B-A456-C901-0AC3BFC5E10B}"/>
          </ac:spMkLst>
        </pc:spChg>
        <pc:spChg chg="del">
          <ac:chgData name="Sonit Singh" userId="b4d4e167-5b1e-4244-b3e0-a2cbab649a82" providerId="ADAL" clId="{2D3BDC2F-6334-4C10-8EA5-83EADEA4309D}" dt="2024-03-28T01:54:13.511" v="377" actId="478"/>
          <ac:spMkLst>
            <pc:docMk/>
            <pc:sldMk cId="47810063" sldId="42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8.178" v="382"/>
        <pc:sldMkLst>
          <pc:docMk/>
          <pc:sldMk cId="401566906" sldId="429"/>
        </pc:sldMkLst>
        <pc:spChg chg="add mod">
          <ac:chgData name="Sonit Singh" userId="b4d4e167-5b1e-4244-b3e0-a2cbab649a82" providerId="ADAL" clId="{2D3BDC2F-6334-4C10-8EA5-83EADEA4309D}" dt="2024-03-28T01:54:28.178" v="382"/>
          <ac:spMkLst>
            <pc:docMk/>
            <pc:sldMk cId="401566906" sldId="429"/>
            <ac:spMk id="5" creationId="{001778E8-3AFA-1285-9F87-BE6BC6E071E7}"/>
          </ac:spMkLst>
        </pc:spChg>
        <pc:spChg chg="del">
          <ac:chgData name="Sonit Singh" userId="b4d4e167-5b1e-4244-b3e0-a2cbab649a82" providerId="ADAL" clId="{2D3BDC2F-6334-4C10-8EA5-83EADEA4309D}" dt="2024-03-28T01:54:26.759" v="381" actId="478"/>
          <ac:spMkLst>
            <pc:docMk/>
            <pc:sldMk cId="401566906" sldId="42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35.847" v="384"/>
        <pc:sldMkLst>
          <pc:docMk/>
          <pc:sldMk cId="126520863" sldId="430"/>
        </pc:sldMkLst>
        <pc:spChg chg="add mod">
          <ac:chgData name="Sonit Singh" userId="b4d4e167-5b1e-4244-b3e0-a2cbab649a82" providerId="ADAL" clId="{2D3BDC2F-6334-4C10-8EA5-83EADEA4309D}" dt="2024-03-28T01:54:35.847" v="384"/>
          <ac:spMkLst>
            <pc:docMk/>
            <pc:sldMk cId="126520863" sldId="430"/>
            <ac:spMk id="5" creationId="{0D82ED8A-6BC0-36E4-04EC-FE717E1AC480}"/>
          </ac:spMkLst>
        </pc:spChg>
        <pc:spChg chg="del">
          <ac:chgData name="Sonit Singh" userId="b4d4e167-5b1e-4244-b3e0-a2cbab649a82" providerId="ADAL" clId="{2D3BDC2F-6334-4C10-8EA5-83EADEA4309D}" dt="2024-03-28T01:54:33.810" v="383" actId="478"/>
          <ac:spMkLst>
            <pc:docMk/>
            <pc:sldMk cId="126520863" sldId="43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3.156" v="386"/>
        <pc:sldMkLst>
          <pc:docMk/>
          <pc:sldMk cId="322482073" sldId="431"/>
        </pc:sldMkLst>
        <pc:spChg chg="add mod">
          <ac:chgData name="Sonit Singh" userId="b4d4e167-5b1e-4244-b3e0-a2cbab649a82" providerId="ADAL" clId="{2D3BDC2F-6334-4C10-8EA5-83EADEA4309D}" dt="2024-03-28T01:54:43.156" v="386"/>
          <ac:spMkLst>
            <pc:docMk/>
            <pc:sldMk cId="322482073" sldId="431"/>
            <ac:spMk id="5" creationId="{F678490A-DFD8-6A64-9F19-0CD3D26921C1}"/>
          </ac:spMkLst>
        </pc:spChg>
        <pc:spChg chg="del">
          <ac:chgData name="Sonit Singh" userId="b4d4e167-5b1e-4244-b3e0-a2cbab649a82" providerId="ADAL" clId="{2D3BDC2F-6334-4C10-8EA5-83EADEA4309D}" dt="2024-03-28T01:54:41.773" v="385" actId="478"/>
          <ac:spMkLst>
            <pc:docMk/>
            <pc:sldMk cId="322482073" sldId="431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7.759" v="388"/>
        <pc:sldMkLst>
          <pc:docMk/>
          <pc:sldMk cId="1686678612" sldId="432"/>
        </pc:sldMkLst>
        <pc:spChg chg="add mod">
          <ac:chgData name="Sonit Singh" userId="b4d4e167-5b1e-4244-b3e0-a2cbab649a82" providerId="ADAL" clId="{2D3BDC2F-6334-4C10-8EA5-83EADEA4309D}" dt="2024-03-28T01:54:47.759" v="388"/>
          <ac:spMkLst>
            <pc:docMk/>
            <pc:sldMk cId="1686678612" sldId="432"/>
            <ac:spMk id="5" creationId="{2F90A8C1-BFE3-122C-F264-B64C302D43C5}"/>
          </ac:spMkLst>
        </pc:spChg>
        <pc:spChg chg="del">
          <ac:chgData name="Sonit Singh" userId="b4d4e167-5b1e-4244-b3e0-a2cbab649a82" providerId="ADAL" clId="{2D3BDC2F-6334-4C10-8EA5-83EADEA4309D}" dt="2024-03-28T01:54:46.483" v="387" actId="478"/>
          <ac:spMkLst>
            <pc:docMk/>
            <pc:sldMk cId="1686678612" sldId="43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3.342" v="390"/>
        <pc:sldMkLst>
          <pc:docMk/>
          <pc:sldMk cId="1238595804" sldId="433"/>
        </pc:sldMkLst>
        <pc:spChg chg="add mod">
          <ac:chgData name="Sonit Singh" userId="b4d4e167-5b1e-4244-b3e0-a2cbab649a82" providerId="ADAL" clId="{2D3BDC2F-6334-4C10-8EA5-83EADEA4309D}" dt="2024-03-28T01:54:53.342" v="390"/>
          <ac:spMkLst>
            <pc:docMk/>
            <pc:sldMk cId="1238595804" sldId="433"/>
            <ac:spMk id="5" creationId="{80ABFCBC-F831-ED09-FE18-0D30232BFF3F}"/>
          </ac:spMkLst>
        </pc:spChg>
        <pc:spChg chg="del">
          <ac:chgData name="Sonit Singh" userId="b4d4e167-5b1e-4244-b3e0-a2cbab649a82" providerId="ADAL" clId="{2D3BDC2F-6334-4C10-8EA5-83EADEA4309D}" dt="2024-03-28T01:54:51.978" v="389" actId="478"/>
          <ac:spMkLst>
            <pc:docMk/>
            <pc:sldMk cId="1238595804" sldId="43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8.821" v="392"/>
        <pc:sldMkLst>
          <pc:docMk/>
          <pc:sldMk cId="303302130" sldId="434"/>
        </pc:sldMkLst>
        <pc:spChg chg="add mod">
          <ac:chgData name="Sonit Singh" userId="b4d4e167-5b1e-4244-b3e0-a2cbab649a82" providerId="ADAL" clId="{2D3BDC2F-6334-4C10-8EA5-83EADEA4309D}" dt="2024-03-28T01:54:58.821" v="392"/>
          <ac:spMkLst>
            <pc:docMk/>
            <pc:sldMk cId="303302130" sldId="434"/>
            <ac:spMk id="5" creationId="{02989BCC-A3F4-B7E6-C41F-23D0A3483E88}"/>
          </ac:spMkLst>
        </pc:spChg>
        <pc:spChg chg="del">
          <ac:chgData name="Sonit Singh" userId="b4d4e167-5b1e-4244-b3e0-a2cbab649a82" providerId="ADAL" clId="{2D3BDC2F-6334-4C10-8EA5-83EADEA4309D}" dt="2024-03-28T01:54:57.506" v="391" actId="478"/>
          <ac:spMkLst>
            <pc:docMk/>
            <pc:sldMk cId="303302130" sldId="43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04.091" v="394"/>
        <pc:sldMkLst>
          <pc:docMk/>
          <pc:sldMk cId="3795782240" sldId="435"/>
        </pc:sldMkLst>
        <pc:spChg chg="add mod">
          <ac:chgData name="Sonit Singh" userId="b4d4e167-5b1e-4244-b3e0-a2cbab649a82" providerId="ADAL" clId="{2D3BDC2F-6334-4C10-8EA5-83EADEA4309D}" dt="2024-03-28T01:55:04.091" v="394"/>
          <ac:spMkLst>
            <pc:docMk/>
            <pc:sldMk cId="3795782240" sldId="435"/>
            <ac:spMk id="5" creationId="{E282DBE4-9ED8-64EF-34F3-78CF25636D81}"/>
          </ac:spMkLst>
        </pc:spChg>
        <pc:spChg chg="del">
          <ac:chgData name="Sonit Singh" userId="b4d4e167-5b1e-4244-b3e0-a2cbab649a82" providerId="ADAL" clId="{2D3BDC2F-6334-4C10-8EA5-83EADEA4309D}" dt="2024-03-28T01:55:02.787" v="393" actId="478"/>
          <ac:spMkLst>
            <pc:docMk/>
            <pc:sldMk cId="3795782240" sldId="43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0.889" v="396"/>
        <pc:sldMkLst>
          <pc:docMk/>
          <pc:sldMk cId="3658133273" sldId="436"/>
        </pc:sldMkLst>
        <pc:spChg chg="add mod">
          <ac:chgData name="Sonit Singh" userId="b4d4e167-5b1e-4244-b3e0-a2cbab649a82" providerId="ADAL" clId="{2D3BDC2F-6334-4C10-8EA5-83EADEA4309D}" dt="2024-03-28T01:55:10.889" v="396"/>
          <ac:spMkLst>
            <pc:docMk/>
            <pc:sldMk cId="3658133273" sldId="436"/>
            <ac:spMk id="5" creationId="{5D0514CC-F9B4-2CF2-7AF8-6658139136CF}"/>
          </ac:spMkLst>
        </pc:spChg>
        <pc:spChg chg="del">
          <ac:chgData name="Sonit Singh" userId="b4d4e167-5b1e-4244-b3e0-a2cbab649a82" providerId="ADAL" clId="{2D3BDC2F-6334-4C10-8EA5-83EADEA4309D}" dt="2024-03-28T01:55:09.276" v="395" actId="478"/>
          <ac:spMkLst>
            <pc:docMk/>
            <pc:sldMk cId="3658133273" sldId="43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5.869" v="398"/>
        <pc:sldMkLst>
          <pc:docMk/>
          <pc:sldMk cId="4151475317" sldId="437"/>
        </pc:sldMkLst>
        <pc:spChg chg="add mod">
          <ac:chgData name="Sonit Singh" userId="b4d4e167-5b1e-4244-b3e0-a2cbab649a82" providerId="ADAL" clId="{2D3BDC2F-6334-4C10-8EA5-83EADEA4309D}" dt="2024-03-28T01:55:15.869" v="398"/>
          <ac:spMkLst>
            <pc:docMk/>
            <pc:sldMk cId="4151475317" sldId="437"/>
            <ac:spMk id="6" creationId="{52D6D7A8-F4E2-24BA-B21F-D5EC1C2EAD9B}"/>
          </ac:spMkLst>
        </pc:spChg>
        <pc:spChg chg="del">
          <ac:chgData name="Sonit Singh" userId="b4d4e167-5b1e-4244-b3e0-a2cbab649a82" providerId="ADAL" clId="{2D3BDC2F-6334-4C10-8EA5-83EADEA4309D}" dt="2024-03-28T01:55:14.660" v="397" actId="478"/>
          <ac:spMkLst>
            <pc:docMk/>
            <pc:sldMk cId="4151475317" sldId="43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0.180" v="400"/>
        <pc:sldMkLst>
          <pc:docMk/>
          <pc:sldMk cId="1319405962" sldId="438"/>
        </pc:sldMkLst>
        <pc:spChg chg="add mod">
          <ac:chgData name="Sonit Singh" userId="b4d4e167-5b1e-4244-b3e0-a2cbab649a82" providerId="ADAL" clId="{2D3BDC2F-6334-4C10-8EA5-83EADEA4309D}" dt="2024-03-28T01:55:20.180" v="400"/>
          <ac:spMkLst>
            <pc:docMk/>
            <pc:sldMk cId="1319405962" sldId="438"/>
            <ac:spMk id="5" creationId="{6ECEFB04-155B-3F65-2942-28998499AA43}"/>
          </ac:spMkLst>
        </pc:spChg>
        <pc:spChg chg="del">
          <ac:chgData name="Sonit Singh" userId="b4d4e167-5b1e-4244-b3e0-a2cbab649a82" providerId="ADAL" clId="{2D3BDC2F-6334-4C10-8EA5-83EADEA4309D}" dt="2024-03-28T01:55:18.824" v="399" actId="478"/>
          <ac:spMkLst>
            <pc:docMk/>
            <pc:sldMk cId="1319405962" sldId="43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5.158" v="402"/>
        <pc:sldMkLst>
          <pc:docMk/>
          <pc:sldMk cId="3035336221" sldId="439"/>
        </pc:sldMkLst>
        <pc:spChg chg="add mod">
          <ac:chgData name="Sonit Singh" userId="b4d4e167-5b1e-4244-b3e0-a2cbab649a82" providerId="ADAL" clId="{2D3BDC2F-6334-4C10-8EA5-83EADEA4309D}" dt="2024-03-28T01:55:25.158" v="402"/>
          <ac:spMkLst>
            <pc:docMk/>
            <pc:sldMk cId="3035336221" sldId="439"/>
            <ac:spMk id="5" creationId="{1C317238-80ED-2A2F-0C06-D15FB5AA6D3F}"/>
          </ac:spMkLst>
        </pc:spChg>
        <pc:spChg chg="del">
          <ac:chgData name="Sonit Singh" userId="b4d4e167-5b1e-4244-b3e0-a2cbab649a82" providerId="ADAL" clId="{2D3BDC2F-6334-4C10-8EA5-83EADEA4309D}" dt="2024-03-28T01:55:23.892" v="401" actId="478"/>
          <ac:spMkLst>
            <pc:docMk/>
            <pc:sldMk cId="3035336221" sldId="43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0.216" v="404"/>
        <pc:sldMkLst>
          <pc:docMk/>
          <pc:sldMk cId="1624711615" sldId="440"/>
        </pc:sldMkLst>
        <pc:spChg chg="add mod">
          <ac:chgData name="Sonit Singh" userId="b4d4e167-5b1e-4244-b3e0-a2cbab649a82" providerId="ADAL" clId="{2D3BDC2F-6334-4C10-8EA5-83EADEA4309D}" dt="2024-03-28T01:55:30.216" v="404"/>
          <ac:spMkLst>
            <pc:docMk/>
            <pc:sldMk cId="1624711615" sldId="440"/>
            <ac:spMk id="5" creationId="{2764F9B5-8089-B54F-AF88-C03011C28464}"/>
          </ac:spMkLst>
        </pc:spChg>
        <pc:spChg chg="del">
          <ac:chgData name="Sonit Singh" userId="b4d4e167-5b1e-4244-b3e0-a2cbab649a82" providerId="ADAL" clId="{2D3BDC2F-6334-4C10-8EA5-83EADEA4309D}" dt="2024-03-28T01:55:28.884" v="403" actId="478"/>
          <ac:spMkLst>
            <pc:docMk/>
            <pc:sldMk cId="1624711615" sldId="44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5.446" v="406"/>
        <pc:sldMkLst>
          <pc:docMk/>
          <pc:sldMk cId="946088811" sldId="441"/>
        </pc:sldMkLst>
        <pc:spChg chg="add mod">
          <ac:chgData name="Sonit Singh" userId="b4d4e167-5b1e-4244-b3e0-a2cbab649a82" providerId="ADAL" clId="{2D3BDC2F-6334-4C10-8EA5-83EADEA4309D}" dt="2024-03-28T01:55:35.446" v="406"/>
          <ac:spMkLst>
            <pc:docMk/>
            <pc:sldMk cId="946088811" sldId="441"/>
            <ac:spMk id="5" creationId="{356482A5-A32A-74A6-DA56-8FD9B8243721}"/>
          </ac:spMkLst>
        </pc:spChg>
        <pc:spChg chg="del">
          <ac:chgData name="Sonit Singh" userId="b4d4e167-5b1e-4244-b3e0-a2cbab649a82" providerId="ADAL" clId="{2D3BDC2F-6334-4C10-8EA5-83EADEA4309D}" dt="2024-03-28T01:55:34.195" v="405" actId="478"/>
          <ac:spMkLst>
            <pc:docMk/>
            <pc:sldMk cId="946088811" sldId="441"/>
            <ac:spMk id="8" creationId="{21ECBBAF-BAD8-924B-4536-6D99C7EF8CB2}"/>
          </ac:spMkLst>
        </pc:spChg>
      </pc:sldChg>
      <pc:sldChg chg="addSp delSp modSp add mod">
        <pc:chgData name="Sonit Singh" userId="b4d4e167-5b1e-4244-b3e0-a2cbab649a82" providerId="ADAL" clId="{2D3BDC2F-6334-4C10-8EA5-83EADEA4309D}" dt="2024-03-28T01:57:37.174" v="515" actId="20577"/>
        <pc:sldMkLst>
          <pc:docMk/>
          <pc:sldMk cId="635082944" sldId="442"/>
        </pc:sldMkLst>
        <pc:spChg chg="mod">
          <ac:chgData name="Sonit Singh" userId="b4d4e167-5b1e-4244-b3e0-a2cbab649a82" providerId="ADAL" clId="{2D3BDC2F-6334-4C10-8EA5-83EADEA4309D}" dt="2024-03-28T01:48:22.052" v="69" actId="20577"/>
          <ac:spMkLst>
            <pc:docMk/>
            <pc:sldMk cId="635082944" sldId="442"/>
            <ac:spMk id="2" creationId="{5AABE7D9-9E99-C860-707E-450211BC7582}"/>
          </ac:spMkLst>
        </pc:spChg>
        <pc:spChg chg="mod">
          <ac:chgData name="Sonit Singh" userId="b4d4e167-5b1e-4244-b3e0-a2cbab649a82" providerId="ADAL" clId="{2D3BDC2F-6334-4C10-8EA5-83EADEA4309D}" dt="2024-03-28T01:50:35.023" v="281" actId="20577"/>
          <ac:spMkLst>
            <pc:docMk/>
            <pc:sldMk cId="635082944" sldId="442"/>
            <ac:spMk id="3" creationId="{D1140ADC-BD0A-F855-7488-B023933118C6}"/>
          </ac:spMkLst>
        </pc:spChg>
        <pc:spChg chg="add mod">
          <ac:chgData name="Sonit Singh" userId="b4d4e167-5b1e-4244-b3e0-a2cbab649a82" providerId="ADAL" clId="{2D3BDC2F-6334-4C10-8EA5-83EADEA4309D}" dt="2024-03-28T01:57:37.174" v="515" actId="20577"/>
          <ac:spMkLst>
            <pc:docMk/>
            <pc:sldMk cId="635082944" sldId="442"/>
            <ac:spMk id="5" creationId="{BAAC7216-5894-C926-7AC7-524647E33257}"/>
          </ac:spMkLst>
        </pc:spChg>
        <pc:spChg chg="del">
          <ac:chgData name="Sonit Singh" userId="b4d4e167-5b1e-4244-b3e0-a2cbab649a82" providerId="ADAL" clId="{2D3BDC2F-6334-4C10-8EA5-83EADEA4309D}" dt="2024-03-28T01:54:07.263" v="375" actId="478"/>
          <ac:spMkLst>
            <pc:docMk/>
            <pc:sldMk cId="635082944" sldId="442"/>
            <ac:spMk id="8" creationId="{21ECBBAF-BAD8-924B-4536-6D99C7EF8CB2}"/>
          </ac:spMkLst>
        </pc:spChg>
        <pc:picChg chg="del">
          <ac:chgData name="Sonit Singh" userId="b4d4e167-5b1e-4244-b3e0-a2cbab649a82" providerId="ADAL" clId="{2D3BDC2F-6334-4C10-8EA5-83EADEA4309D}" dt="2024-03-28T01:46:38.581" v="1" actId="478"/>
          <ac:picMkLst>
            <pc:docMk/>
            <pc:sldMk cId="635082944" sldId="442"/>
            <ac:picMk id="6" creationId="{77A8DCC0-245F-E26A-912F-B64DDF13976C}"/>
          </ac:picMkLst>
        </pc:picChg>
      </pc:sldChg>
      <pc:sldChg chg="addSp delSp modSp add mod">
        <pc:chgData name="Sonit Singh" userId="b4d4e167-5b1e-4244-b3e0-a2cbab649a82" providerId="ADAL" clId="{2D3BDC2F-6334-4C10-8EA5-83EADEA4309D}" dt="2024-03-28T02:34:53.605" v="579" actId="1076"/>
        <pc:sldMkLst>
          <pc:docMk/>
          <pc:sldMk cId="1090051335" sldId="443"/>
        </pc:sldMkLst>
        <pc:spChg chg="mod">
          <ac:chgData name="Sonit Singh" userId="b4d4e167-5b1e-4244-b3e0-a2cbab649a82" providerId="ADAL" clId="{2D3BDC2F-6334-4C10-8EA5-83EADEA4309D}" dt="2024-03-28T02:32:01.682" v="571" actId="20577"/>
          <ac:spMkLst>
            <pc:docMk/>
            <pc:sldMk cId="1090051335" sldId="443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34:22.334" v="572" actId="931"/>
          <ac:spMkLst>
            <pc:docMk/>
            <pc:sldMk cId="1090051335" sldId="443"/>
            <ac:spMk id="3" creationId="{D1140ADC-BD0A-F855-7488-B023933118C6}"/>
          </ac:spMkLst>
        </pc:spChg>
        <pc:spChg chg="del">
          <ac:chgData name="Sonit Singh" userId="b4d4e167-5b1e-4244-b3e0-a2cbab649a82" providerId="ADAL" clId="{2D3BDC2F-6334-4C10-8EA5-83EADEA4309D}" dt="2024-03-28T02:31:54.249" v="567" actId="478"/>
          <ac:spMkLst>
            <pc:docMk/>
            <pc:sldMk cId="1090051335" sldId="443"/>
            <ac:spMk id="5" creationId="{356482A5-A32A-74A6-DA56-8FD9B8243721}"/>
          </ac:spMkLst>
        </pc:spChg>
        <pc:spChg chg="add mod">
          <ac:chgData name="Sonit Singh" userId="b4d4e167-5b1e-4244-b3e0-a2cbab649a82" providerId="ADAL" clId="{2D3BDC2F-6334-4C10-8EA5-83EADEA4309D}" dt="2024-03-28T02:34:53.605" v="579" actId="1076"/>
          <ac:spMkLst>
            <pc:docMk/>
            <pc:sldMk cId="1090051335" sldId="443"/>
            <ac:spMk id="8" creationId="{D0CE4871-DE5C-860E-EE36-92B2A29982EF}"/>
          </ac:spMkLst>
        </pc:spChg>
        <pc:picChg chg="add mod">
          <ac:chgData name="Sonit Singh" userId="b4d4e167-5b1e-4244-b3e0-a2cbab649a82" providerId="ADAL" clId="{2D3BDC2F-6334-4C10-8EA5-83EADEA4309D}" dt="2024-03-28T02:34:37.348" v="578" actId="14100"/>
          <ac:picMkLst>
            <pc:docMk/>
            <pc:sldMk cId="1090051335" sldId="443"/>
            <ac:picMk id="7" creationId="{E6A46D06-B9F6-03B1-4D50-D1E69FD0582B}"/>
          </ac:picMkLst>
        </pc:picChg>
      </pc:sldChg>
      <pc:sldChg chg="modSp add del mod">
        <pc:chgData name="Sonit Singh" userId="b4d4e167-5b1e-4244-b3e0-a2cbab649a82" providerId="ADAL" clId="{2D3BDC2F-6334-4C10-8EA5-83EADEA4309D}" dt="2024-03-28T01:50:39.998" v="282" actId="2696"/>
        <pc:sldMkLst>
          <pc:docMk/>
          <pc:sldMk cId="3988519953" sldId="443"/>
        </pc:sldMkLst>
        <pc:spChg chg="mod">
          <ac:chgData name="Sonit Singh" userId="b4d4e167-5b1e-4244-b3e0-a2cbab649a82" providerId="ADAL" clId="{2D3BDC2F-6334-4C10-8EA5-83EADEA4309D}" dt="2024-03-28T01:50:14.431" v="227" actId="20577"/>
          <ac:spMkLst>
            <pc:docMk/>
            <pc:sldMk cId="3988519953" sldId="443"/>
            <ac:spMk id="3" creationId="{D1140ADC-BD0A-F855-7488-B023933118C6}"/>
          </ac:spMkLst>
        </pc:spChg>
      </pc:sldChg>
      <pc:sldChg chg="addSp delSp modSp add mod modAnim">
        <pc:chgData name="Sonit Singh" userId="b4d4e167-5b1e-4244-b3e0-a2cbab649a82" providerId="ADAL" clId="{2D3BDC2F-6334-4C10-8EA5-83EADEA4309D}" dt="2024-03-28T02:54:16.853" v="597" actId="1076"/>
        <pc:sldMkLst>
          <pc:docMk/>
          <pc:sldMk cId="1773432222" sldId="444"/>
        </pc:sldMkLst>
        <pc:spChg chg="mod">
          <ac:chgData name="Sonit Singh" userId="b4d4e167-5b1e-4244-b3e0-a2cbab649a82" providerId="ADAL" clId="{2D3BDC2F-6334-4C10-8EA5-83EADEA4309D}" dt="2024-03-28T02:54:05.945" v="592" actId="20577"/>
          <ac:spMkLst>
            <pc:docMk/>
            <pc:sldMk cId="1773432222" sldId="444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53:40.049" v="584"/>
          <ac:spMkLst>
            <pc:docMk/>
            <pc:sldMk cId="1773432222" sldId="444"/>
            <ac:spMk id="3" creationId="{D1140ADC-BD0A-F855-7488-B023933118C6}"/>
          </ac:spMkLst>
        </pc:spChg>
        <pc:picChg chg="add mod">
          <ac:chgData name="Sonit Singh" userId="b4d4e167-5b1e-4244-b3e0-a2cbab649a82" providerId="ADAL" clId="{2D3BDC2F-6334-4C10-8EA5-83EADEA4309D}" dt="2024-03-28T02:54:16.853" v="597" actId="1076"/>
          <ac:picMkLst>
            <pc:docMk/>
            <pc:sldMk cId="1773432222" sldId="444"/>
            <ac:picMk id="6" creationId="{8C3CDB7F-1C1E-F932-9252-B0E3469FCC96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4FCFEB-8D6C-C3C9-0E3B-0D626B8D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318B1-E95B-2162-25FC-6A643F492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2CE1B-BB9F-45A9-BACC-98FF3D2D4F2E}" type="datetimeFigureOut">
              <a:rPr lang="en-AU" smtClean="0"/>
              <a:t>26/6/2025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33E35-C80A-9E70-5C2C-35376FBF37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7AB53-2769-CE79-0FFA-D4B76B84D5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F8CF-0F8A-4BD6-9CE5-A84D18797D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4906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9E51-4ABD-4B03-A80E-627F14CF22A5}" type="datetimeFigureOut">
              <a:rPr lang="en-AU" smtClean="0"/>
              <a:t>26/6/2025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AD0F-5D97-4C49-B145-C57DEFFF18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9710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CC69-1DB5-8B4C-E984-537775889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6AB9C-35E1-72A7-C1BD-2A68ABDF5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DF0C-51C6-7419-3D8D-CE50A38B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2B86-F199-D6C7-6508-0F212835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A229-935C-8099-0E86-5ECC48D0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55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EDE7-E9E0-024D-ECA2-08E54B25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D77A-76FB-85A4-F394-25213E4C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CDC2-DAA7-2417-8C12-59AD99F7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E4FE-3DEB-1A78-A982-79D37BE3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44F9-28BE-776B-9E9D-2D8B60BF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2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46D2-4849-55F2-9EDF-A792D2D5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7F27-84A0-5427-C58F-7B0A3B7D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1D2F-4DB1-E58D-F5B2-22856EBD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215E-C1E7-0772-7B69-C49D663C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38AE6-A79D-47C3-230B-1AC81712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06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1BEC-192D-937E-DA59-2C1E6F92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18E9-9BA1-6BDC-7D49-312A5A52B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D44C6-412A-DD4D-862D-B5E514E9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40C3E-1460-3B32-C784-A5390B81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C3E9E-91F4-68EB-3214-136D87F1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A5AB8-7D83-5F63-650F-2F42E603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49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9673-788D-CEB8-3CAB-5325857C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A4327-CB54-2F05-89B1-AE24F043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392B2-77BB-A618-6A0F-13C2A2CD9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58D8B-E275-A357-1522-80C6F2515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B81CE-9484-C3CC-76E1-DBC0AAD00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C95D1-9F2A-BFEE-8F8A-A71FEA5D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A9D27-286A-0CD0-536E-3C31470F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3C16E-2B21-4D45-0DB5-880C81E3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15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EBF-8DA3-0A25-1033-CC234E8A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438F8-89A1-A067-F8E9-70C1687F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13E1D-0C4A-5D32-26F9-1BCEB848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FB03E-F9B4-2433-81E1-3BD50D86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8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F21A5-757D-D6A3-9443-5A6371AF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4B1B-5FF6-8469-6441-EB5B8B69B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D0E0-0D21-6F48-935E-F6B75CC6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15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A84B-7940-7822-2557-A9F64C4F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FA02-B7AD-C565-8B71-EBFE90B1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65417-3DB2-4D8D-8200-BD30635C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0B6C3-E111-C7CB-AC6A-CC00EF12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C9C6B-73DF-DF29-7D8E-406889E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A417-731E-9727-AF6F-6D28C155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8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2BEE-A08A-4C6E-7CF0-B5E142A6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B7E99-09CB-4FCE-7697-4152BD23E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6087A-FE5D-60D9-AE0C-90223805A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C7038-77D9-3267-A27B-7B49BB1D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014C3-2621-ED8B-BAFE-7382D98E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3137F-F472-9F0A-46F3-68538886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59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9202-C610-B140-08AE-44A7A81A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C6ED7-FC32-3714-E040-43D1C4BE2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90846-30E1-0BAF-95AF-2C33ADEE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BE872-C7C3-B46E-9774-8FB6415F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FBA00-691F-09A6-F95B-E68F8744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75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E502C-2424-B094-C539-7DA0B74C6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3B7A-E936-2389-15BD-97911F5B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8DFD5-019B-E5BD-82F1-29E012B3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73B12-943B-CDB8-92BA-AA488F9A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7ABB-25EC-73C5-D340-E23440DC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00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D427A-31A8-804F-A88E-B2237F6FF8DD}"/>
              </a:ext>
            </a:extLst>
          </p:cNvPr>
          <p:cNvSpPr/>
          <p:nvPr userDrawn="1"/>
        </p:nvSpPr>
        <p:spPr>
          <a:xfrm rot="5400000">
            <a:off x="5706291" y="372292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4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3919BA19-F123-3B46-B077-C952C919A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7849" y="6139546"/>
            <a:ext cx="598271" cy="70104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C14B686-A7B8-C34E-BD3F-17AD7280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9B41C51-D68E-9449-86C7-CBC06D1C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8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3BF01-419E-0890-7FE1-A0EF7A19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6101-507B-F3EE-D41C-583775C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85946-5ABD-9B6F-9732-CD57BE24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491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A4A11-68D0-0342-99AF-D474A68AB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999759">
            <a:off x="1292068" y="-612610"/>
            <a:ext cx="5135041" cy="7002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5ACA8-1A29-9F40-A4E7-578A7ACF5C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5055" y="4792776"/>
            <a:ext cx="1760572" cy="18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561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14D76-5DF1-A4E1-1338-B03D3642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8865-62AB-234F-36FF-19D673DE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7987-368E-CEF9-CAA0-840585717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300B-6F01-71B4-9B2C-1056A57DE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00E20-46EB-CC1D-6BF8-548902128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1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g"/><Relationship Id="rId3" Type="http://schemas.openxmlformats.org/officeDocument/2006/relationships/hyperlink" Target="https://www.picpedia.org/highway-signs/q/questions.html" TargetMode="Externa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FF856-7F9C-9D4C-B764-1C7E4E7233C0}"/>
              </a:ext>
            </a:extLst>
          </p:cNvPr>
          <p:cNvSpPr txBox="1"/>
          <p:nvPr/>
        </p:nvSpPr>
        <p:spPr>
          <a:xfrm>
            <a:off x="-78497" y="2236126"/>
            <a:ext cx="56225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sz="4800"/>
              <a:t>Automatic Plant Disease Detection Using Computer Vision</a:t>
            </a:r>
            <a:endParaRPr lang="en-US" sz="4800" b="1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CC68E-A06E-1747-A719-B74DFB9FB81B}"/>
              </a:ext>
            </a:extLst>
          </p:cNvPr>
          <p:cNvSpPr txBox="1"/>
          <p:nvPr/>
        </p:nvSpPr>
        <p:spPr>
          <a:xfrm>
            <a:off x="5574831" y="2562407"/>
            <a:ext cx="6638005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sz="4000"/>
              <a:t>‹Team Name›</a:t>
            </a:r>
          </a:p>
          <a:p/>
          <a:p>
            <a:r>
              <a:rPr sz="4000"/>
              <a:t>‹Member 1 (zID)›</a:t>
            </a:r>
          </a:p>
          <a:p>
            <a:r>
              <a:rPr sz="4000"/>
              <a:t>‹Member 2 (zID)›</a:t>
            </a:r>
          </a:p>
          <a:p>
            <a:r>
              <a:rPr sz="4000"/>
              <a:t>‹Member 3 (zID)›</a:t>
            </a:r>
          </a:p>
          <a:p>
            <a:r>
              <a:rPr sz="4000"/>
              <a:t>‹Member 4 (zID)›</a:t>
            </a:r>
          </a:p>
          <a:p/>
          <a:p>
            <a:r>
              <a:rPr sz="4000"/>
              <a:t>COMP9444 25T1  ·  Project 090</a:t>
            </a:r>
          </a:p>
        </p:txBody>
      </p:sp>
      <p:pic>
        <p:nvPicPr>
          <p:cNvPr id="4" name="Picture 3" descr="leaf_sam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54864"/>
            <a:ext cx="6629400" cy="22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Motivation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77"/>
              <a:buChar char="Ø"/>
            </a:pPr>
            <a:r>
              <a:t>Plant diseases cause major crop and yield losses, threatening food security.</a:t>
            </a:r>
          </a:p>
          <a:p>
            <a:r>
              <a:t>Manual inspection by experts is slow, subjective, and hard to scale.</a:t>
            </a:r>
          </a:p>
          <a:p>
            <a:r>
              <a:t>A CNN can label a leaf photo in milliseconds — enabling early, low-cost screening.</a:t>
            </a:r>
          </a:p>
          <a:p>
            <a:r>
              <a:t>Goal: accurate disease classification plus an image-based severity estimate.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A (zID)›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Problem Statement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t>Classify a single leaf image into 1 of 38 crop/condition classes (14 crops).</a:t>
            </a:r>
          </a:p>
          <a:p>
            <a:r>
              <a:t>Separate healthy vs. diseased, and name the specific disease (26 diseases + healthy).</a:t>
            </a:r>
          </a:p>
          <a:p>
            <a:r>
              <a:t>Estimate disease severity from image features (PlantVillage has no severity labels).</a:t>
            </a:r>
          </a:p>
          <a:p>
            <a:r>
              <a:t>Pipeline: leaf image → CNN → crop/condition + healthy/diseased → severity grade.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A (zID)›</a:t>
            </a:r>
          </a:p>
        </p:txBody>
      </p:sp>
    </p:spTree>
    <p:extLst>
      <p:ext uri="{BB962C8B-B14F-4D97-AF65-F5344CB8AC3E}">
        <p14:creationId xmlns:p14="http://schemas.microsoft.com/office/powerpoint/2010/main" val="97518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Literature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t>Mohanty et al. (2016): AlexNet/GoogLeNet on PlantVillage, up to 99.35%; set the benchmark — but near-chance on independent field images.</a:t>
            </a:r>
          </a:p>
          <a:p>
            <a:r>
              <a:t>Ferentinos (2018): 87,848 images, 58 classes; VGG 99.5% in the lab; accuracy drops in the field.</a:t>
            </a:r>
          </a:p>
          <a:p>
            <a:r>
              <a:t>Arsenovic et al. (2019): heavy augmentation + GAN-synthesised data to close the lab-to-field gap.</a:t>
            </a:r>
          </a:p>
          <a:p>
            <a:r>
              <a:t>Natarajan et al. (2024): deep architecture + explainable-AI visualisations for interpretability.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B (zID)›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Dataset(s)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t>PlantVillage colour subset: 54,305 leaf images.</a:t>
            </a:r>
          </a:p>
          <a:p>
            <a:r>
              <a:t>14 crop species · 38 crop/condition classes (26 diseases + healthy).</a:t>
            </a:r>
          </a:p>
          <a:p>
            <a:r>
              <a:t>Folders named Crop___Condition, loaded with torchvision ImageFolder.</a:t>
            </a:r>
          </a:p>
          <a:p>
            <a:r>
              <a:t>Largest class 5,507 (Orange citrus greening); smallest 152 (Potato healthy).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C (zID)›</a:t>
            </a:r>
          </a:p>
        </p:txBody>
      </p:sp>
    </p:spTree>
    <p:extLst>
      <p:ext uri="{BB962C8B-B14F-4D97-AF65-F5344CB8AC3E}">
        <p14:creationId xmlns:p14="http://schemas.microsoft.com/office/powerpoint/2010/main" val="148248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Data Analysis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t>Strong class imbalance (~36:1) → macro-averaged precision / recall / F1; 72% diseased, 28% healthy.</a:t>
            </a:r>
          </a:p>
          <a:p>
            <a:r>
              <a:t>70/15/15 split by physical leaf (leaf-map.json), so no leaf is shared train ↔ test.</a:t>
            </a:r>
          </a:p>
          <a:p>
            <a:r>
              <a:t>This matters: a naive random split leaks 74.7% of the test set as same-leaf duplicates.</a:t>
            </a:r>
          </a:p>
          <a:p>
            <a:r>
              <a:t>Preprocess: resize + ImageNet normalisation; augment with crop, flip, ±20° rotation, colour jitter.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6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C (zID)›</a:t>
            </a:r>
          </a:p>
        </p:txBody>
      </p:sp>
    </p:spTree>
    <p:extLst>
      <p:ext uri="{BB962C8B-B14F-4D97-AF65-F5344CB8AC3E}">
        <p14:creationId xmlns:p14="http://schemas.microsoft.com/office/powerpoint/2010/main" val="946088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Method(s)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t>Three CNN baselines — Custom CNN (from scratch), ResNet-18, MobileNet-V2 (ImageNet) — combined by a validation-tuned soft-voting ensemble.</a:t>
            </a:r>
          </a:p>
          <a:p>
            <a:r>
              <a:t>Audits of what the model actually uses: background-only probe, Grad-CAM, background randomisation, and a frozen-backbone control.</a:t>
            </a:r>
          </a:p>
          <a:p>
            <a:r>
              <a:t>External validation on held-out PlantDoc field photos, with supervised adaptation from 5 to all shots per class.</a:t>
            </a:r>
          </a:p>
          <a:p>
            <a:r>
              <a:t>Severity: lesion-area ratio from HSV / official masks, plus a regression head trained jointly with the classifier.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7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D (zID)›</a:t>
            </a:r>
          </a:p>
        </p:txBody>
      </p:sp>
    </p:spTree>
    <p:extLst>
      <p:ext uri="{BB962C8B-B14F-4D97-AF65-F5344CB8AC3E}">
        <p14:creationId xmlns:p14="http://schemas.microsoft.com/office/powerpoint/2010/main" val="54628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5623560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1300"/>
              <a:t>Baselines exceed 98.6% on the 8,215-image leaf-grouped test split.</a:t>
            </a:r>
          </a:p>
          <a:p>
            <a:r>
              <a:rPr sz="1300"/>
              <a:t>Ensemble (ours) is best: 99.53% over 38 diseases, 99.96% healthy-vs-diseased; 39 errors, only 3 crossing that boundary.</a:t>
            </a:r>
          </a:p>
          <a:p>
            <a:r>
              <a:rPr sz="1300"/>
              <a:t>But zero-shot on real PlantDoc field photos collapses to 16.1% — the lab number does not transfer.</a:t>
            </a:r>
          </a:p>
          <a:p>
            <a:r>
              <a:rPr sz="1300"/>
              <a:t>Bottleneck is crop identification (39.6%), not diagnosis; adaptation to field data recovers accuracy to 55.9%.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8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143000"/>
            <a:ext cx="511094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Discussion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5623560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1300"/>
              <a:t>The 99.5% is inflated: 8 background pixels alone classify at 33.7% (chance 2.6%), plus leaf-level train/test leakage.</a:t>
            </a:r>
          </a:p>
          <a:p>
            <a:r>
              <a:rPr sz="1300"/>
              <a:t>574× the trainable parameters (full fine-tune vs a frozen 19k-param head) buys 8 lab points and zero field gain.</a:t>
            </a:r>
          </a:p>
          <a:p>
            <a:r>
              <a:rPr sz="1300"/>
              <a:t>Severity validated by 3 annotators (κ 0.63 ceiling); trained jointly it is a model output (within-class ρ 0.957), best-in-class but capped near human reliability.</a:t>
            </a:r>
          </a:p>
          <a:p>
            <a:r>
              <a:rPr sz="1300"/>
              <a:t>Remaining errors are benign within-crop look-alikes; only 3 of 39 cross the healthy/diseased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9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897880" cy="411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8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5623560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1300"/>
              <a:t>Ensemble classifies at 99.53% (38-way) and 99.96% (healthy vs diseased); severity is a jointly-trained model output.</a:t>
            </a:r>
          </a:p>
          <a:p>
            <a:r>
              <a:rPr sz="1300"/>
              <a:t>But the lab accuracy is largely capture bias and leaf leakage — shown with controls, not asserted.</a:t>
            </a:r>
          </a:p>
          <a:p>
            <a:r>
              <a:rPr sz="1300"/>
              <a:t>It collapses to 16% in the field; the honest deployment path is domain adaptation (→ 55.9%).</a:t>
            </a:r>
          </a:p>
          <a:p>
            <a:r>
              <a:rPr sz="1300"/>
              <a:t>Reproducible, config-driven codebase; reporting the field number beside the lab one serves the farmer.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10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897880" cy="446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1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t>Thank you</a:t>
            </a:r>
            <a:endParaRPr lang="en-AU" dirty="0"/>
          </a:p>
        </p:txBody>
      </p:sp>
      <p:pic>
        <p:nvPicPr>
          <p:cNvPr id="7" name="Content Placeholder 6" descr="A close-up of a sign&#10;&#10;Description automatically generated">
            <a:extLst>
              <a:ext uri="{FF2B5EF4-FFF2-40B4-BE49-F238E27FC236}">
                <a16:creationId xmlns:a16="http://schemas.microsoft.com/office/drawing/2014/main" id="{E6A46D06-B9F6-03B1-4D50-D1E69FD05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66192" y="1233577"/>
            <a:ext cx="6705280" cy="45892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11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E4871-DE5C-860E-EE36-92B2A29982EF}"/>
              </a:ext>
            </a:extLst>
          </p:cNvPr>
          <p:cNvSpPr txBox="1"/>
          <p:nvPr/>
        </p:nvSpPr>
        <p:spPr>
          <a:xfrm>
            <a:off x="368381" y="6308080"/>
            <a:ext cx="6705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/>
              <a:t>Code &amp; notebook: plant-disease-detection/  ·  COMP9444 25T1 Project 090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109005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4734</TotalTime>
  <Words>248</Words>
  <Application>Microsoft Macintosh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Motivation </vt:lpstr>
      <vt:lpstr>Problem Statement</vt:lpstr>
      <vt:lpstr>Literature Review</vt:lpstr>
      <vt:lpstr>Dataset(s)</vt:lpstr>
      <vt:lpstr>Data Analysis</vt:lpstr>
      <vt:lpstr>Method(s)</vt:lpstr>
      <vt:lpstr>Results</vt:lpstr>
      <vt:lpstr>Discussion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Shisheng Zhang</dc:creator>
  <cp:lastModifiedBy>Alan Blair</cp:lastModifiedBy>
  <cp:revision>45</cp:revision>
  <dcterms:created xsi:type="dcterms:W3CDTF">2022-11-14T00:04:04Z</dcterms:created>
  <dcterms:modified xsi:type="dcterms:W3CDTF">2025-06-26T06:46:54Z</dcterms:modified>
</cp:coreProperties>
</file>