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5" r:id="rId2"/>
    <p:sldId id="421" r:id="rId3"/>
    <p:sldId id="444" r:id="rId4"/>
    <p:sldId id="445" r:id="rId5"/>
    <p:sldId id="446" r:id="rId6"/>
    <p:sldId id="441" r:id="rId7"/>
    <p:sldId id="448" r:id="rId8"/>
    <p:sldId id="449" r:id="rId9"/>
    <p:sldId id="450" r:id="rId10"/>
    <p:sldId id="451" r:id="rId11"/>
    <p:sldId id="447" r:id="rId12"/>
    <p:sldId id="44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0B10CE5-6882-2DE7-9902-BAC4E601EA9A}" name="Ramtin Gharleghi" initials="RG" userId="S::z5190098@ad.unsw.edu.au::2d9e2e9d-6010-4e5a-81fc-9c56bfbf9f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BDC2F-6334-4C10-8EA5-83EADEA4309D}" v="38" dt="2024-03-28T02:53:40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2"/>
    <p:restoredTop sz="93204" autoAdjust="0"/>
  </p:normalViewPr>
  <p:slideViewPr>
    <p:cSldViewPr snapToGrid="0">
      <p:cViewPr varScale="1">
        <p:scale>
          <a:sx n="89" d="100"/>
          <a:sy n="89" d="100"/>
        </p:scale>
        <p:origin x="6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t Singh" userId="b4d4e167-5b1e-4244-b3e0-a2cbab649a82" providerId="ADAL" clId="{2D3BDC2F-6334-4C10-8EA5-83EADEA4309D}"/>
    <pc:docChg chg="undo redo custSel addSld delSld modSld">
      <pc:chgData name="Sonit Singh" userId="b4d4e167-5b1e-4244-b3e0-a2cbab649a82" providerId="ADAL" clId="{2D3BDC2F-6334-4C10-8EA5-83EADEA4309D}" dt="2024-03-28T02:54:16.853" v="597" actId="1076"/>
      <pc:docMkLst>
        <pc:docMk/>
      </pc:docMkLst>
      <pc:sldChg chg="addSp delSp modSp mod">
        <pc:chgData name="Sonit Singh" userId="b4d4e167-5b1e-4244-b3e0-a2cbab649a82" providerId="ADAL" clId="{2D3BDC2F-6334-4C10-8EA5-83EADEA4309D}" dt="2024-03-28T02:02:00.103" v="565" actId="1076"/>
        <pc:sldMkLst>
          <pc:docMk/>
          <pc:sldMk cId="3413601089" sldId="265"/>
        </pc:sldMkLst>
        <pc:spChg chg="mod">
          <ac:chgData name="Sonit Singh" userId="b4d4e167-5b1e-4244-b3e0-a2cbab649a82" providerId="ADAL" clId="{2D3BDC2F-6334-4C10-8EA5-83EADEA4309D}" dt="2024-03-28T02:02:00.103" v="565" actId="1076"/>
          <ac:spMkLst>
            <pc:docMk/>
            <pc:sldMk cId="3413601089" sldId="265"/>
            <ac:spMk id="3" creationId="{5CCCC68E-A06E-1747-A719-B74DFB9FB81B}"/>
          </ac:spMkLst>
        </pc:spChg>
        <pc:spChg chg="del">
          <ac:chgData name="Sonit Singh" userId="b4d4e167-5b1e-4244-b3e0-a2cbab649a82" providerId="ADAL" clId="{2D3BDC2F-6334-4C10-8EA5-83EADEA4309D}" dt="2024-03-28T01:58:48.883" v="539" actId="478"/>
          <ac:spMkLst>
            <pc:docMk/>
            <pc:sldMk cId="3413601089" sldId="265"/>
            <ac:spMk id="4" creationId="{A7708AC6-1F0E-CD47-BA19-E73287BA2393}"/>
          </ac:spMkLst>
        </pc:spChg>
        <pc:spChg chg="del">
          <ac:chgData name="Sonit Singh" userId="b4d4e167-5b1e-4244-b3e0-a2cbab649a82" providerId="ADAL" clId="{2D3BDC2F-6334-4C10-8EA5-83EADEA4309D}" dt="2024-03-28T01:59:47.019" v="553" actId="478"/>
          <ac:spMkLst>
            <pc:docMk/>
            <pc:sldMk cId="3413601089" sldId="265"/>
            <ac:spMk id="5" creationId="{2C58C2A2-E1ED-9249-83BE-592BCD539E66}"/>
          </ac:spMkLst>
        </pc:spChg>
        <pc:picChg chg="add mod">
          <ac:chgData name="Sonit Singh" userId="b4d4e167-5b1e-4244-b3e0-a2cbab649a82" providerId="ADAL" clId="{2D3BDC2F-6334-4C10-8EA5-83EADEA4309D}" dt="2024-03-28T01:59:38.677" v="552" actId="14100"/>
          <ac:picMkLst>
            <pc:docMk/>
            <pc:sldMk cId="3413601089" sldId="265"/>
            <ac:picMk id="6" creationId="{AF95A7F8-F2A2-EFC0-2817-0AC4F9CF1109}"/>
          </ac:picMkLst>
        </pc:picChg>
        <pc:picChg chg="add mod">
          <ac:chgData name="Sonit Singh" userId="b4d4e167-5b1e-4244-b3e0-a2cbab649a82" providerId="ADAL" clId="{2D3BDC2F-6334-4C10-8EA5-83EADEA4309D}" dt="2024-03-28T01:59:35.493" v="551" actId="14100"/>
          <ac:picMkLst>
            <pc:docMk/>
            <pc:sldMk cId="3413601089" sldId="265"/>
            <ac:picMk id="7" creationId="{E4451454-1966-ABEC-2BCE-90AA80F8BF9C}"/>
          </ac:picMkLst>
        </pc:picChg>
        <pc:picChg chg="del">
          <ac:chgData name="Sonit Singh" userId="b4d4e167-5b1e-4244-b3e0-a2cbab649a82" providerId="ADAL" clId="{2D3BDC2F-6334-4C10-8EA5-83EADEA4309D}" dt="2024-03-28T01:58:24.212" v="530" actId="478"/>
          <ac:picMkLst>
            <pc:docMk/>
            <pc:sldMk cId="3413601089" sldId="265"/>
            <ac:picMk id="1026" creationId="{B33F50E7-88F1-4249-A82E-C0223271A983}"/>
          </ac:picMkLst>
        </pc:picChg>
      </pc:sldChg>
      <pc:sldChg chg="addSp modSp mod">
        <pc:chgData name="Sonit Singh" userId="b4d4e167-5b1e-4244-b3e0-a2cbab649a82" providerId="ADAL" clId="{2D3BDC2F-6334-4C10-8EA5-83EADEA4309D}" dt="2024-03-28T01:52:51.788" v="356" actId="20577"/>
        <pc:sldMkLst>
          <pc:docMk/>
          <pc:sldMk cId="1358156115" sldId="415"/>
        </pc:sldMkLst>
        <pc:spChg chg="add mod">
          <ac:chgData name="Sonit Singh" userId="b4d4e167-5b1e-4244-b3e0-a2cbab649a82" providerId="ADAL" clId="{2D3BDC2F-6334-4C10-8EA5-83EADEA4309D}" dt="2024-03-28T01:52:51.788" v="356" actId="20577"/>
          <ac:spMkLst>
            <pc:docMk/>
            <pc:sldMk cId="1358156115" sldId="415"/>
            <ac:spMk id="5" creationId="{B882631B-1DA1-7A30-18F1-A5780D5FA82A}"/>
          </ac:spMkLst>
        </pc:spChg>
      </pc:sldChg>
      <pc:sldChg chg="addSp modSp">
        <pc:chgData name="Sonit Singh" userId="b4d4e167-5b1e-4244-b3e0-a2cbab649a82" providerId="ADAL" clId="{2D3BDC2F-6334-4C10-8EA5-83EADEA4309D}" dt="2024-03-28T01:53:10.935" v="358"/>
        <pc:sldMkLst>
          <pc:docMk/>
          <pc:sldMk cId="2717064764" sldId="416"/>
        </pc:sldMkLst>
        <pc:spChg chg="add mod">
          <ac:chgData name="Sonit Singh" userId="b4d4e167-5b1e-4244-b3e0-a2cbab649a82" providerId="ADAL" clId="{2D3BDC2F-6334-4C10-8EA5-83EADEA4309D}" dt="2024-03-28T01:53:10.935" v="358"/>
          <ac:spMkLst>
            <pc:docMk/>
            <pc:sldMk cId="2717064764" sldId="416"/>
            <ac:spMk id="5" creationId="{5B7878A4-6818-2982-F818-4380B0DD5BC1}"/>
          </ac:spMkLst>
        </pc:spChg>
      </pc:sldChg>
      <pc:sldChg chg="addSp modSp">
        <pc:chgData name="Sonit Singh" userId="b4d4e167-5b1e-4244-b3e0-a2cbab649a82" providerId="ADAL" clId="{2D3BDC2F-6334-4C10-8EA5-83EADEA4309D}" dt="2024-03-28T01:53:14.306" v="359"/>
        <pc:sldMkLst>
          <pc:docMk/>
          <pc:sldMk cId="3856706299" sldId="417"/>
        </pc:sldMkLst>
        <pc:spChg chg="add mod">
          <ac:chgData name="Sonit Singh" userId="b4d4e167-5b1e-4244-b3e0-a2cbab649a82" providerId="ADAL" clId="{2D3BDC2F-6334-4C10-8EA5-83EADEA4309D}" dt="2024-03-28T01:53:14.306" v="359"/>
          <ac:spMkLst>
            <pc:docMk/>
            <pc:sldMk cId="3856706299" sldId="417"/>
            <ac:spMk id="11" creationId="{EC23A056-FAA7-F9E2-1814-2CCA361C265F}"/>
          </ac:spMkLst>
        </pc:spChg>
      </pc:sldChg>
      <pc:sldChg chg="addSp modSp">
        <pc:chgData name="Sonit Singh" userId="b4d4e167-5b1e-4244-b3e0-a2cbab649a82" providerId="ADAL" clId="{2D3BDC2F-6334-4C10-8EA5-83EADEA4309D}" dt="2024-03-28T01:53:17.669" v="360"/>
        <pc:sldMkLst>
          <pc:docMk/>
          <pc:sldMk cId="3423287118" sldId="418"/>
        </pc:sldMkLst>
        <pc:spChg chg="add mod">
          <ac:chgData name="Sonit Singh" userId="b4d4e167-5b1e-4244-b3e0-a2cbab649a82" providerId="ADAL" clId="{2D3BDC2F-6334-4C10-8EA5-83EADEA4309D}" dt="2024-03-28T01:53:17.669" v="360"/>
          <ac:spMkLst>
            <pc:docMk/>
            <pc:sldMk cId="3423287118" sldId="418"/>
            <ac:spMk id="5" creationId="{3D5DB763-365B-A9AD-E004-C364DF95DBDD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26.351" v="362"/>
        <pc:sldMkLst>
          <pc:docMk/>
          <pc:sldMk cId="626192194" sldId="419"/>
        </pc:sldMkLst>
        <pc:spChg chg="del">
          <ac:chgData name="Sonit Singh" userId="b4d4e167-5b1e-4244-b3e0-a2cbab649a82" providerId="ADAL" clId="{2D3BDC2F-6334-4C10-8EA5-83EADEA4309D}" dt="2024-03-28T01:53:24.148" v="361" actId="478"/>
          <ac:spMkLst>
            <pc:docMk/>
            <pc:sldMk cId="626192194" sldId="419"/>
            <ac:spMk id="8" creationId="{21ECBBAF-BAD8-924B-4536-6D99C7EF8CB2}"/>
          </ac:spMkLst>
        </pc:spChg>
        <pc:spChg chg="add mod">
          <ac:chgData name="Sonit Singh" userId="b4d4e167-5b1e-4244-b3e0-a2cbab649a82" providerId="ADAL" clId="{2D3BDC2F-6334-4C10-8EA5-83EADEA4309D}" dt="2024-03-28T01:53:26.351" v="362"/>
          <ac:spMkLst>
            <pc:docMk/>
            <pc:sldMk cId="626192194" sldId="419"/>
            <ac:spMk id="9" creationId="{EA16A3CD-9C10-1B72-DF71-4503CF3C3533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32.818" v="364"/>
        <pc:sldMkLst>
          <pc:docMk/>
          <pc:sldMk cId="904114198" sldId="420"/>
        </pc:sldMkLst>
        <pc:spChg chg="add mod">
          <ac:chgData name="Sonit Singh" userId="b4d4e167-5b1e-4244-b3e0-a2cbab649a82" providerId="ADAL" clId="{2D3BDC2F-6334-4C10-8EA5-83EADEA4309D}" dt="2024-03-28T01:53:32.818" v="364"/>
          <ac:spMkLst>
            <pc:docMk/>
            <pc:sldMk cId="904114198" sldId="420"/>
            <ac:spMk id="5" creationId="{686F3D52-598D-1C48-2A98-10608B3C9426}"/>
          </ac:spMkLst>
        </pc:spChg>
        <pc:spChg chg="del">
          <ac:chgData name="Sonit Singh" userId="b4d4e167-5b1e-4244-b3e0-a2cbab649a82" providerId="ADAL" clId="{2D3BDC2F-6334-4C10-8EA5-83EADEA4309D}" dt="2024-03-28T01:53:30.452" v="363" actId="478"/>
          <ac:spMkLst>
            <pc:docMk/>
            <pc:sldMk cId="904114198" sldId="420"/>
            <ac:spMk id="8" creationId="{21ECBBAF-BAD8-924B-4536-6D99C7EF8CB2}"/>
          </ac:spMkLst>
        </pc:spChg>
      </pc:sldChg>
      <pc:sldChg chg="addSp modSp">
        <pc:chgData name="Sonit Singh" userId="b4d4e167-5b1e-4244-b3e0-a2cbab649a82" providerId="ADAL" clId="{2D3BDC2F-6334-4C10-8EA5-83EADEA4309D}" dt="2024-03-28T01:53:02.825" v="357"/>
        <pc:sldMkLst>
          <pc:docMk/>
          <pc:sldMk cId="4241363650" sldId="421"/>
        </pc:sldMkLst>
        <pc:spChg chg="add mod">
          <ac:chgData name="Sonit Singh" userId="b4d4e167-5b1e-4244-b3e0-a2cbab649a82" providerId="ADAL" clId="{2D3BDC2F-6334-4C10-8EA5-83EADEA4309D}" dt="2024-03-28T01:53:02.825" v="357"/>
          <ac:spMkLst>
            <pc:docMk/>
            <pc:sldMk cId="4241363650" sldId="421"/>
            <ac:spMk id="5" creationId="{47471554-0422-62B8-814A-4ABC624E8E60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38.867" v="366"/>
        <pc:sldMkLst>
          <pc:docMk/>
          <pc:sldMk cId="1239463707" sldId="422"/>
        </pc:sldMkLst>
        <pc:spChg chg="add mod">
          <ac:chgData name="Sonit Singh" userId="b4d4e167-5b1e-4244-b3e0-a2cbab649a82" providerId="ADAL" clId="{2D3BDC2F-6334-4C10-8EA5-83EADEA4309D}" dt="2024-03-28T01:53:38.867" v="366"/>
          <ac:spMkLst>
            <pc:docMk/>
            <pc:sldMk cId="1239463707" sldId="422"/>
            <ac:spMk id="5" creationId="{36975528-33F0-DF73-A379-72DDEE3D709D}"/>
          </ac:spMkLst>
        </pc:spChg>
        <pc:spChg chg="del">
          <ac:chgData name="Sonit Singh" userId="b4d4e167-5b1e-4244-b3e0-a2cbab649a82" providerId="ADAL" clId="{2D3BDC2F-6334-4C10-8EA5-83EADEA4309D}" dt="2024-03-28T01:53:37.237" v="365" actId="478"/>
          <ac:spMkLst>
            <pc:docMk/>
            <pc:sldMk cId="1239463707" sldId="422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57.776" v="372"/>
        <pc:sldMkLst>
          <pc:docMk/>
          <pc:sldMk cId="736746324" sldId="423"/>
        </pc:sldMkLst>
        <pc:spChg chg="add mod">
          <ac:chgData name="Sonit Singh" userId="b4d4e167-5b1e-4244-b3e0-a2cbab649a82" providerId="ADAL" clId="{2D3BDC2F-6334-4C10-8EA5-83EADEA4309D}" dt="2024-03-28T01:53:57.776" v="372"/>
          <ac:spMkLst>
            <pc:docMk/>
            <pc:sldMk cId="736746324" sldId="423"/>
            <ac:spMk id="5" creationId="{D1F51E6E-1772-5D09-2205-F00B8EEF8FD2}"/>
          </ac:spMkLst>
        </pc:spChg>
        <pc:spChg chg="del">
          <ac:chgData name="Sonit Singh" userId="b4d4e167-5b1e-4244-b3e0-a2cbab649a82" providerId="ADAL" clId="{2D3BDC2F-6334-4C10-8EA5-83EADEA4309D}" dt="2024-03-28T01:53:56.209" v="371" actId="478"/>
          <ac:spMkLst>
            <pc:docMk/>
            <pc:sldMk cId="736746324" sldId="423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22.063" v="380"/>
        <pc:sldMkLst>
          <pc:docMk/>
          <pc:sldMk cId="3017400174" sldId="424"/>
        </pc:sldMkLst>
        <pc:spChg chg="add mod">
          <ac:chgData name="Sonit Singh" userId="b4d4e167-5b1e-4244-b3e0-a2cbab649a82" providerId="ADAL" clId="{2D3BDC2F-6334-4C10-8EA5-83EADEA4309D}" dt="2024-03-28T01:54:22.063" v="380"/>
          <ac:spMkLst>
            <pc:docMk/>
            <pc:sldMk cId="3017400174" sldId="424"/>
            <ac:spMk id="5" creationId="{D1479261-B4BF-4C8D-233F-BF54298A799A}"/>
          </ac:spMkLst>
        </pc:spChg>
        <pc:spChg chg="del">
          <ac:chgData name="Sonit Singh" userId="b4d4e167-5b1e-4244-b3e0-a2cbab649a82" providerId="ADAL" clId="{2D3BDC2F-6334-4C10-8EA5-83EADEA4309D}" dt="2024-03-28T01:54:20.646" v="379" actId="478"/>
          <ac:spMkLst>
            <pc:docMk/>
            <pc:sldMk cId="3017400174" sldId="424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46.217" v="368"/>
        <pc:sldMkLst>
          <pc:docMk/>
          <pc:sldMk cId="619309492" sldId="425"/>
        </pc:sldMkLst>
        <pc:spChg chg="add mod">
          <ac:chgData name="Sonit Singh" userId="b4d4e167-5b1e-4244-b3e0-a2cbab649a82" providerId="ADAL" clId="{2D3BDC2F-6334-4C10-8EA5-83EADEA4309D}" dt="2024-03-28T01:53:46.217" v="368"/>
          <ac:spMkLst>
            <pc:docMk/>
            <pc:sldMk cId="619309492" sldId="425"/>
            <ac:spMk id="5" creationId="{9686DD55-0CE4-9875-71D1-748E4E677332}"/>
          </ac:spMkLst>
        </pc:spChg>
        <pc:spChg chg="del">
          <ac:chgData name="Sonit Singh" userId="b4d4e167-5b1e-4244-b3e0-a2cbab649a82" providerId="ADAL" clId="{2D3BDC2F-6334-4C10-8EA5-83EADEA4309D}" dt="2024-03-28T01:53:44.665" v="367" actId="478"/>
          <ac:spMkLst>
            <pc:docMk/>
            <pc:sldMk cId="619309492" sldId="425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51.336" v="370"/>
        <pc:sldMkLst>
          <pc:docMk/>
          <pc:sldMk cId="708102141" sldId="426"/>
        </pc:sldMkLst>
        <pc:spChg chg="add mod">
          <ac:chgData name="Sonit Singh" userId="b4d4e167-5b1e-4244-b3e0-a2cbab649a82" providerId="ADAL" clId="{2D3BDC2F-6334-4C10-8EA5-83EADEA4309D}" dt="2024-03-28T01:53:51.336" v="370"/>
          <ac:spMkLst>
            <pc:docMk/>
            <pc:sldMk cId="708102141" sldId="426"/>
            <ac:spMk id="5" creationId="{D5E9A8C4-0992-0D01-A3B8-C436FAAA38E5}"/>
          </ac:spMkLst>
        </pc:spChg>
        <pc:spChg chg="del">
          <ac:chgData name="Sonit Singh" userId="b4d4e167-5b1e-4244-b3e0-a2cbab649a82" providerId="ADAL" clId="{2D3BDC2F-6334-4C10-8EA5-83EADEA4309D}" dt="2024-03-28T01:53:49.689" v="369" actId="478"/>
          <ac:spMkLst>
            <pc:docMk/>
            <pc:sldMk cId="708102141" sldId="426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02.919" v="374"/>
        <pc:sldMkLst>
          <pc:docMk/>
          <pc:sldMk cId="2652084144" sldId="427"/>
        </pc:sldMkLst>
        <pc:spChg chg="add mod">
          <ac:chgData name="Sonit Singh" userId="b4d4e167-5b1e-4244-b3e0-a2cbab649a82" providerId="ADAL" clId="{2D3BDC2F-6334-4C10-8EA5-83EADEA4309D}" dt="2024-03-28T01:54:02.919" v="374"/>
          <ac:spMkLst>
            <pc:docMk/>
            <pc:sldMk cId="2652084144" sldId="427"/>
            <ac:spMk id="5" creationId="{6E2B8E8A-77E2-6638-6D4C-C9C5EE60ABA4}"/>
          </ac:spMkLst>
        </pc:spChg>
        <pc:spChg chg="del">
          <ac:chgData name="Sonit Singh" userId="b4d4e167-5b1e-4244-b3e0-a2cbab649a82" providerId="ADAL" clId="{2D3BDC2F-6334-4C10-8EA5-83EADEA4309D}" dt="2024-03-28T01:54:01.570" v="373" actId="478"/>
          <ac:spMkLst>
            <pc:docMk/>
            <pc:sldMk cId="2652084144" sldId="427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14.862" v="378"/>
        <pc:sldMkLst>
          <pc:docMk/>
          <pc:sldMk cId="47810063" sldId="428"/>
        </pc:sldMkLst>
        <pc:spChg chg="add mod">
          <ac:chgData name="Sonit Singh" userId="b4d4e167-5b1e-4244-b3e0-a2cbab649a82" providerId="ADAL" clId="{2D3BDC2F-6334-4C10-8EA5-83EADEA4309D}" dt="2024-03-28T01:54:14.862" v="378"/>
          <ac:spMkLst>
            <pc:docMk/>
            <pc:sldMk cId="47810063" sldId="428"/>
            <ac:spMk id="5" creationId="{58C2CA79-642B-A456-C901-0AC3BFC5E10B}"/>
          </ac:spMkLst>
        </pc:spChg>
        <pc:spChg chg="del">
          <ac:chgData name="Sonit Singh" userId="b4d4e167-5b1e-4244-b3e0-a2cbab649a82" providerId="ADAL" clId="{2D3BDC2F-6334-4C10-8EA5-83EADEA4309D}" dt="2024-03-28T01:54:13.511" v="377" actId="478"/>
          <ac:spMkLst>
            <pc:docMk/>
            <pc:sldMk cId="47810063" sldId="428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28.178" v="382"/>
        <pc:sldMkLst>
          <pc:docMk/>
          <pc:sldMk cId="401566906" sldId="429"/>
        </pc:sldMkLst>
        <pc:spChg chg="add mod">
          <ac:chgData name="Sonit Singh" userId="b4d4e167-5b1e-4244-b3e0-a2cbab649a82" providerId="ADAL" clId="{2D3BDC2F-6334-4C10-8EA5-83EADEA4309D}" dt="2024-03-28T01:54:28.178" v="382"/>
          <ac:spMkLst>
            <pc:docMk/>
            <pc:sldMk cId="401566906" sldId="429"/>
            <ac:spMk id="5" creationId="{001778E8-3AFA-1285-9F87-BE6BC6E071E7}"/>
          </ac:spMkLst>
        </pc:spChg>
        <pc:spChg chg="del">
          <ac:chgData name="Sonit Singh" userId="b4d4e167-5b1e-4244-b3e0-a2cbab649a82" providerId="ADAL" clId="{2D3BDC2F-6334-4C10-8EA5-83EADEA4309D}" dt="2024-03-28T01:54:26.759" v="381" actId="478"/>
          <ac:spMkLst>
            <pc:docMk/>
            <pc:sldMk cId="401566906" sldId="429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35.847" v="384"/>
        <pc:sldMkLst>
          <pc:docMk/>
          <pc:sldMk cId="126520863" sldId="430"/>
        </pc:sldMkLst>
        <pc:spChg chg="add mod">
          <ac:chgData name="Sonit Singh" userId="b4d4e167-5b1e-4244-b3e0-a2cbab649a82" providerId="ADAL" clId="{2D3BDC2F-6334-4C10-8EA5-83EADEA4309D}" dt="2024-03-28T01:54:35.847" v="384"/>
          <ac:spMkLst>
            <pc:docMk/>
            <pc:sldMk cId="126520863" sldId="430"/>
            <ac:spMk id="5" creationId="{0D82ED8A-6BC0-36E4-04EC-FE717E1AC480}"/>
          </ac:spMkLst>
        </pc:spChg>
        <pc:spChg chg="del">
          <ac:chgData name="Sonit Singh" userId="b4d4e167-5b1e-4244-b3e0-a2cbab649a82" providerId="ADAL" clId="{2D3BDC2F-6334-4C10-8EA5-83EADEA4309D}" dt="2024-03-28T01:54:33.810" v="383" actId="478"/>
          <ac:spMkLst>
            <pc:docMk/>
            <pc:sldMk cId="126520863" sldId="430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43.156" v="386"/>
        <pc:sldMkLst>
          <pc:docMk/>
          <pc:sldMk cId="322482073" sldId="431"/>
        </pc:sldMkLst>
        <pc:spChg chg="add mod">
          <ac:chgData name="Sonit Singh" userId="b4d4e167-5b1e-4244-b3e0-a2cbab649a82" providerId="ADAL" clId="{2D3BDC2F-6334-4C10-8EA5-83EADEA4309D}" dt="2024-03-28T01:54:43.156" v="386"/>
          <ac:spMkLst>
            <pc:docMk/>
            <pc:sldMk cId="322482073" sldId="431"/>
            <ac:spMk id="5" creationId="{F678490A-DFD8-6A64-9F19-0CD3D26921C1}"/>
          </ac:spMkLst>
        </pc:spChg>
        <pc:spChg chg="del">
          <ac:chgData name="Sonit Singh" userId="b4d4e167-5b1e-4244-b3e0-a2cbab649a82" providerId="ADAL" clId="{2D3BDC2F-6334-4C10-8EA5-83EADEA4309D}" dt="2024-03-28T01:54:41.773" v="385" actId="478"/>
          <ac:spMkLst>
            <pc:docMk/>
            <pc:sldMk cId="322482073" sldId="431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47.759" v="388"/>
        <pc:sldMkLst>
          <pc:docMk/>
          <pc:sldMk cId="1686678612" sldId="432"/>
        </pc:sldMkLst>
        <pc:spChg chg="add mod">
          <ac:chgData name="Sonit Singh" userId="b4d4e167-5b1e-4244-b3e0-a2cbab649a82" providerId="ADAL" clId="{2D3BDC2F-6334-4C10-8EA5-83EADEA4309D}" dt="2024-03-28T01:54:47.759" v="388"/>
          <ac:spMkLst>
            <pc:docMk/>
            <pc:sldMk cId="1686678612" sldId="432"/>
            <ac:spMk id="5" creationId="{2F90A8C1-BFE3-122C-F264-B64C302D43C5}"/>
          </ac:spMkLst>
        </pc:spChg>
        <pc:spChg chg="del">
          <ac:chgData name="Sonit Singh" userId="b4d4e167-5b1e-4244-b3e0-a2cbab649a82" providerId="ADAL" clId="{2D3BDC2F-6334-4C10-8EA5-83EADEA4309D}" dt="2024-03-28T01:54:46.483" v="387" actId="478"/>
          <ac:spMkLst>
            <pc:docMk/>
            <pc:sldMk cId="1686678612" sldId="432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53.342" v="390"/>
        <pc:sldMkLst>
          <pc:docMk/>
          <pc:sldMk cId="1238595804" sldId="433"/>
        </pc:sldMkLst>
        <pc:spChg chg="add mod">
          <ac:chgData name="Sonit Singh" userId="b4d4e167-5b1e-4244-b3e0-a2cbab649a82" providerId="ADAL" clId="{2D3BDC2F-6334-4C10-8EA5-83EADEA4309D}" dt="2024-03-28T01:54:53.342" v="390"/>
          <ac:spMkLst>
            <pc:docMk/>
            <pc:sldMk cId="1238595804" sldId="433"/>
            <ac:spMk id="5" creationId="{80ABFCBC-F831-ED09-FE18-0D30232BFF3F}"/>
          </ac:spMkLst>
        </pc:spChg>
        <pc:spChg chg="del">
          <ac:chgData name="Sonit Singh" userId="b4d4e167-5b1e-4244-b3e0-a2cbab649a82" providerId="ADAL" clId="{2D3BDC2F-6334-4C10-8EA5-83EADEA4309D}" dt="2024-03-28T01:54:51.978" v="389" actId="478"/>
          <ac:spMkLst>
            <pc:docMk/>
            <pc:sldMk cId="1238595804" sldId="433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58.821" v="392"/>
        <pc:sldMkLst>
          <pc:docMk/>
          <pc:sldMk cId="303302130" sldId="434"/>
        </pc:sldMkLst>
        <pc:spChg chg="add mod">
          <ac:chgData name="Sonit Singh" userId="b4d4e167-5b1e-4244-b3e0-a2cbab649a82" providerId="ADAL" clId="{2D3BDC2F-6334-4C10-8EA5-83EADEA4309D}" dt="2024-03-28T01:54:58.821" v="392"/>
          <ac:spMkLst>
            <pc:docMk/>
            <pc:sldMk cId="303302130" sldId="434"/>
            <ac:spMk id="5" creationId="{02989BCC-A3F4-B7E6-C41F-23D0A3483E88}"/>
          </ac:spMkLst>
        </pc:spChg>
        <pc:spChg chg="del">
          <ac:chgData name="Sonit Singh" userId="b4d4e167-5b1e-4244-b3e0-a2cbab649a82" providerId="ADAL" clId="{2D3BDC2F-6334-4C10-8EA5-83EADEA4309D}" dt="2024-03-28T01:54:57.506" v="391" actId="478"/>
          <ac:spMkLst>
            <pc:docMk/>
            <pc:sldMk cId="303302130" sldId="434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04.091" v="394"/>
        <pc:sldMkLst>
          <pc:docMk/>
          <pc:sldMk cId="3795782240" sldId="435"/>
        </pc:sldMkLst>
        <pc:spChg chg="add mod">
          <ac:chgData name="Sonit Singh" userId="b4d4e167-5b1e-4244-b3e0-a2cbab649a82" providerId="ADAL" clId="{2D3BDC2F-6334-4C10-8EA5-83EADEA4309D}" dt="2024-03-28T01:55:04.091" v="394"/>
          <ac:spMkLst>
            <pc:docMk/>
            <pc:sldMk cId="3795782240" sldId="435"/>
            <ac:spMk id="5" creationId="{E282DBE4-9ED8-64EF-34F3-78CF25636D81}"/>
          </ac:spMkLst>
        </pc:spChg>
        <pc:spChg chg="del">
          <ac:chgData name="Sonit Singh" userId="b4d4e167-5b1e-4244-b3e0-a2cbab649a82" providerId="ADAL" clId="{2D3BDC2F-6334-4C10-8EA5-83EADEA4309D}" dt="2024-03-28T01:55:02.787" v="393" actId="478"/>
          <ac:spMkLst>
            <pc:docMk/>
            <pc:sldMk cId="3795782240" sldId="435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10.889" v="396"/>
        <pc:sldMkLst>
          <pc:docMk/>
          <pc:sldMk cId="3658133273" sldId="436"/>
        </pc:sldMkLst>
        <pc:spChg chg="add mod">
          <ac:chgData name="Sonit Singh" userId="b4d4e167-5b1e-4244-b3e0-a2cbab649a82" providerId="ADAL" clId="{2D3BDC2F-6334-4C10-8EA5-83EADEA4309D}" dt="2024-03-28T01:55:10.889" v="396"/>
          <ac:spMkLst>
            <pc:docMk/>
            <pc:sldMk cId="3658133273" sldId="436"/>
            <ac:spMk id="5" creationId="{5D0514CC-F9B4-2CF2-7AF8-6658139136CF}"/>
          </ac:spMkLst>
        </pc:spChg>
        <pc:spChg chg="del">
          <ac:chgData name="Sonit Singh" userId="b4d4e167-5b1e-4244-b3e0-a2cbab649a82" providerId="ADAL" clId="{2D3BDC2F-6334-4C10-8EA5-83EADEA4309D}" dt="2024-03-28T01:55:09.276" v="395" actId="478"/>
          <ac:spMkLst>
            <pc:docMk/>
            <pc:sldMk cId="3658133273" sldId="436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15.869" v="398"/>
        <pc:sldMkLst>
          <pc:docMk/>
          <pc:sldMk cId="4151475317" sldId="437"/>
        </pc:sldMkLst>
        <pc:spChg chg="add mod">
          <ac:chgData name="Sonit Singh" userId="b4d4e167-5b1e-4244-b3e0-a2cbab649a82" providerId="ADAL" clId="{2D3BDC2F-6334-4C10-8EA5-83EADEA4309D}" dt="2024-03-28T01:55:15.869" v="398"/>
          <ac:spMkLst>
            <pc:docMk/>
            <pc:sldMk cId="4151475317" sldId="437"/>
            <ac:spMk id="6" creationId="{52D6D7A8-F4E2-24BA-B21F-D5EC1C2EAD9B}"/>
          </ac:spMkLst>
        </pc:spChg>
        <pc:spChg chg="del">
          <ac:chgData name="Sonit Singh" userId="b4d4e167-5b1e-4244-b3e0-a2cbab649a82" providerId="ADAL" clId="{2D3BDC2F-6334-4C10-8EA5-83EADEA4309D}" dt="2024-03-28T01:55:14.660" v="397" actId="478"/>
          <ac:spMkLst>
            <pc:docMk/>
            <pc:sldMk cId="4151475317" sldId="437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20.180" v="400"/>
        <pc:sldMkLst>
          <pc:docMk/>
          <pc:sldMk cId="1319405962" sldId="438"/>
        </pc:sldMkLst>
        <pc:spChg chg="add mod">
          <ac:chgData name="Sonit Singh" userId="b4d4e167-5b1e-4244-b3e0-a2cbab649a82" providerId="ADAL" clId="{2D3BDC2F-6334-4C10-8EA5-83EADEA4309D}" dt="2024-03-28T01:55:20.180" v="400"/>
          <ac:spMkLst>
            <pc:docMk/>
            <pc:sldMk cId="1319405962" sldId="438"/>
            <ac:spMk id="5" creationId="{6ECEFB04-155B-3F65-2942-28998499AA43}"/>
          </ac:spMkLst>
        </pc:spChg>
        <pc:spChg chg="del">
          <ac:chgData name="Sonit Singh" userId="b4d4e167-5b1e-4244-b3e0-a2cbab649a82" providerId="ADAL" clId="{2D3BDC2F-6334-4C10-8EA5-83EADEA4309D}" dt="2024-03-28T01:55:18.824" v="399" actId="478"/>
          <ac:spMkLst>
            <pc:docMk/>
            <pc:sldMk cId="1319405962" sldId="438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25.158" v="402"/>
        <pc:sldMkLst>
          <pc:docMk/>
          <pc:sldMk cId="3035336221" sldId="439"/>
        </pc:sldMkLst>
        <pc:spChg chg="add mod">
          <ac:chgData name="Sonit Singh" userId="b4d4e167-5b1e-4244-b3e0-a2cbab649a82" providerId="ADAL" clId="{2D3BDC2F-6334-4C10-8EA5-83EADEA4309D}" dt="2024-03-28T01:55:25.158" v="402"/>
          <ac:spMkLst>
            <pc:docMk/>
            <pc:sldMk cId="3035336221" sldId="439"/>
            <ac:spMk id="5" creationId="{1C317238-80ED-2A2F-0C06-D15FB5AA6D3F}"/>
          </ac:spMkLst>
        </pc:spChg>
        <pc:spChg chg="del">
          <ac:chgData name="Sonit Singh" userId="b4d4e167-5b1e-4244-b3e0-a2cbab649a82" providerId="ADAL" clId="{2D3BDC2F-6334-4C10-8EA5-83EADEA4309D}" dt="2024-03-28T01:55:23.892" v="401" actId="478"/>
          <ac:spMkLst>
            <pc:docMk/>
            <pc:sldMk cId="3035336221" sldId="439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30.216" v="404"/>
        <pc:sldMkLst>
          <pc:docMk/>
          <pc:sldMk cId="1624711615" sldId="440"/>
        </pc:sldMkLst>
        <pc:spChg chg="add mod">
          <ac:chgData name="Sonit Singh" userId="b4d4e167-5b1e-4244-b3e0-a2cbab649a82" providerId="ADAL" clId="{2D3BDC2F-6334-4C10-8EA5-83EADEA4309D}" dt="2024-03-28T01:55:30.216" v="404"/>
          <ac:spMkLst>
            <pc:docMk/>
            <pc:sldMk cId="1624711615" sldId="440"/>
            <ac:spMk id="5" creationId="{2764F9B5-8089-B54F-AF88-C03011C28464}"/>
          </ac:spMkLst>
        </pc:spChg>
        <pc:spChg chg="del">
          <ac:chgData name="Sonit Singh" userId="b4d4e167-5b1e-4244-b3e0-a2cbab649a82" providerId="ADAL" clId="{2D3BDC2F-6334-4C10-8EA5-83EADEA4309D}" dt="2024-03-28T01:55:28.884" v="403" actId="478"/>
          <ac:spMkLst>
            <pc:docMk/>
            <pc:sldMk cId="1624711615" sldId="440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35.446" v="406"/>
        <pc:sldMkLst>
          <pc:docMk/>
          <pc:sldMk cId="946088811" sldId="441"/>
        </pc:sldMkLst>
        <pc:spChg chg="add mod">
          <ac:chgData name="Sonit Singh" userId="b4d4e167-5b1e-4244-b3e0-a2cbab649a82" providerId="ADAL" clId="{2D3BDC2F-6334-4C10-8EA5-83EADEA4309D}" dt="2024-03-28T01:55:35.446" v="406"/>
          <ac:spMkLst>
            <pc:docMk/>
            <pc:sldMk cId="946088811" sldId="441"/>
            <ac:spMk id="5" creationId="{356482A5-A32A-74A6-DA56-8FD9B8243721}"/>
          </ac:spMkLst>
        </pc:spChg>
        <pc:spChg chg="del">
          <ac:chgData name="Sonit Singh" userId="b4d4e167-5b1e-4244-b3e0-a2cbab649a82" providerId="ADAL" clId="{2D3BDC2F-6334-4C10-8EA5-83EADEA4309D}" dt="2024-03-28T01:55:34.195" v="405" actId="478"/>
          <ac:spMkLst>
            <pc:docMk/>
            <pc:sldMk cId="946088811" sldId="441"/>
            <ac:spMk id="8" creationId="{21ECBBAF-BAD8-924B-4536-6D99C7EF8CB2}"/>
          </ac:spMkLst>
        </pc:spChg>
      </pc:sldChg>
      <pc:sldChg chg="addSp delSp modSp add mod">
        <pc:chgData name="Sonit Singh" userId="b4d4e167-5b1e-4244-b3e0-a2cbab649a82" providerId="ADAL" clId="{2D3BDC2F-6334-4C10-8EA5-83EADEA4309D}" dt="2024-03-28T01:57:37.174" v="515" actId="20577"/>
        <pc:sldMkLst>
          <pc:docMk/>
          <pc:sldMk cId="635082944" sldId="442"/>
        </pc:sldMkLst>
        <pc:spChg chg="mod">
          <ac:chgData name="Sonit Singh" userId="b4d4e167-5b1e-4244-b3e0-a2cbab649a82" providerId="ADAL" clId="{2D3BDC2F-6334-4C10-8EA5-83EADEA4309D}" dt="2024-03-28T01:48:22.052" v="69" actId="20577"/>
          <ac:spMkLst>
            <pc:docMk/>
            <pc:sldMk cId="635082944" sldId="442"/>
            <ac:spMk id="2" creationId="{5AABE7D9-9E99-C860-707E-450211BC7582}"/>
          </ac:spMkLst>
        </pc:spChg>
        <pc:spChg chg="mod">
          <ac:chgData name="Sonit Singh" userId="b4d4e167-5b1e-4244-b3e0-a2cbab649a82" providerId="ADAL" clId="{2D3BDC2F-6334-4C10-8EA5-83EADEA4309D}" dt="2024-03-28T01:50:35.023" v="281" actId="20577"/>
          <ac:spMkLst>
            <pc:docMk/>
            <pc:sldMk cId="635082944" sldId="442"/>
            <ac:spMk id="3" creationId="{D1140ADC-BD0A-F855-7488-B023933118C6}"/>
          </ac:spMkLst>
        </pc:spChg>
        <pc:spChg chg="add mod">
          <ac:chgData name="Sonit Singh" userId="b4d4e167-5b1e-4244-b3e0-a2cbab649a82" providerId="ADAL" clId="{2D3BDC2F-6334-4C10-8EA5-83EADEA4309D}" dt="2024-03-28T01:57:37.174" v="515" actId="20577"/>
          <ac:spMkLst>
            <pc:docMk/>
            <pc:sldMk cId="635082944" sldId="442"/>
            <ac:spMk id="5" creationId="{BAAC7216-5894-C926-7AC7-524647E33257}"/>
          </ac:spMkLst>
        </pc:spChg>
        <pc:spChg chg="del">
          <ac:chgData name="Sonit Singh" userId="b4d4e167-5b1e-4244-b3e0-a2cbab649a82" providerId="ADAL" clId="{2D3BDC2F-6334-4C10-8EA5-83EADEA4309D}" dt="2024-03-28T01:54:07.263" v="375" actId="478"/>
          <ac:spMkLst>
            <pc:docMk/>
            <pc:sldMk cId="635082944" sldId="442"/>
            <ac:spMk id="8" creationId="{21ECBBAF-BAD8-924B-4536-6D99C7EF8CB2}"/>
          </ac:spMkLst>
        </pc:spChg>
        <pc:picChg chg="del">
          <ac:chgData name="Sonit Singh" userId="b4d4e167-5b1e-4244-b3e0-a2cbab649a82" providerId="ADAL" clId="{2D3BDC2F-6334-4C10-8EA5-83EADEA4309D}" dt="2024-03-28T01:46:38.581" v="1" actId="478"/>
          <ac:picMkLst>
            <pc:docMk/>
            <pc:sldMk cId="635082944" sldId="442"/>
            <ac:picMk id="6" creationId="{77A8DCC0-245F-E26A-912F-B64DDF13976C}"/>
          </ac:picMkLst>
        </pc:picChg>
      </pc:sldChg>
      <pc:sldChg chg="addSp delSp modSp add mod">
        <pc:chgData name="Sonit Singh" userId="b4d4e167-5b1e-4244-b3e0-a2cbab649a82" providerId="ADAL" clId="{2D3BDC2F-6334-4C10-8EA5-83EADEA4309D}" dt="2024-03-28T02:34:53.605" v="579" actId="1076"/>
        <pc:sldMkLst>
          <pc:docMk/>
          <pc:sldMk cId="1090051335" sldId="443"/>
        </pc:sldMkLst>
        <pc:spChg chg="mod">
          <ac:chgData name="Sonit Singh" userId="b4d4e167-5b1e-4244-b3e0-a2cbab649a82" providerId="ADAL" clId="{2D3BDC2F-6334-4C10-8EA5-83EADEA4309D}" dt="2024-03-28T02:32:01.682" v="571" actId="20577"/>
          <ac:spMkLst>
            <pc:docMk/>
            <pc:sldMk cId="1090051335" sldId="443"/>
            <ac:spMk id="2" creationId="{5AABE7D9-9E99-C860-707E-450211BC7582}"/>
          </ac:spMkLst>
        </pc:spChg>
        <pc:spChg chg="del mod">
          <ac:chgData name="Sonit Singh" userId="b4d4e167-5b1e-4244-b3e0-a2cbab649a82" providerId="ADAL" clId="{2D3BDC2F-6334-4C10-8EA5-83EADEA4309D}" dt="2024-03-28T02:34:22.334" v="572" actId="931"/>
          <ac:spMkLst>
            <pc:docMk/>
            <pc:sldMk cId="1090051335" sldId="443"/>
            <ac:spMk id="3" creationId="{D1140ADC-BD0A-F855-7488-B023933118C6}"/>
          </ac:spMkLst>
        </pc:spChg>
        <pc:spChg chg="del">
          <ac:chgData name="Sonit Singh" userId="b4d4e167-5b1e-4244-b3e0-a2cbab649a82" providerId="ADAL" clId="{2D3BDC2F-6334-4C10-8EA5-83EADEA4309D}" dt="2024-03-28T02:31:54.249" v="567" actId="478"/>
          <ac:spMkLst>
            <pc:docMk/>
            <pc:sldMk cId="1090051335" sldId="443"/>
            <ac:spMk id="5" creationId="{356482A5-A32A-74A6-DA56-8FD9B8243721}"/>
          </ac:spMkLst>
        </pc:spChg>
        <pc:spChg chg="add mod">
          <ac:chgData name="Sonit Singh" userId="b4d4e167-5b1e-4244-b3e0-a2cbab649a82" providerId="ADAL" clId="{2D3BDC2F-6334-4C10-8EA5-83EADEA4309D}" dt="2024-03-28T02:34:53.605" v="579" actId="1076"/>
          <ac:spMkLst>
            <pc:docMk/>
            <pc:sldMk cId="1090051335" sldId="443"/>
            <ac:spMk id="8" creationId="{D0CE4871-DE5C-860E-EE36-92B2A29982EF}"/>
          </ac:spMkLst>
        </pc:spChg>
        <pc:picChg chg="add mod">
          <ac:chgData name="Sonit Singh" userId="b4d4e167-5b1e-4244-b3e0-a2cbab649a82" providerId="ADAL" clId="{2D3BDC2F-6334-4C10-8EA5-83EADEA4309D}" dt="2024-03-28T02:34:37.348" v="578" actId="14100"/>
          <ac:picMkLst>
            <pc:docMk/>
            <pc:sldMk cId="1090051335" sldId="443"/>
            <ac:picMk id="7" creationId="{E6A46D06-B9F6-03B1-4D50-D1E69FD0582B}"/>
          </ac:picMkLst>
        </pc:picChg>
      </pc:sldChg>
      <pc:sldChg chg="modSp add del mod">
        <pc:chgData name="Sonit Singh" userId="b4d4e167-5b1e-4244-b3e0-a2cbab649a82" providerId="ADAL" clId="{2D3BDC2F-6334-4C10-8EA5-83EADEA4309D}" dt="2024-03-28T01:50:39.998" v="282" actId="2696"/>
        <pc:sldMkLst>
          <pc:docMk/>
          <pc:sldMk cId="3988519953" sldId="443"/>
        </pc:sldMkLst>
        <pc:spChg chg="mod">
          <ac:chgData name="Sonit Singh" userId="b4d4e167-5b1e-4244-b3e0-a2cbab649a82" providerId="ADAL" clId="{2D3BDC2F-6334-4C10-8EA5-83EADEA4309D}" dt="2024-03-28T01:50:14.431" v="227" actId="20577"/>
          <ac:spMkLst>
            <pc:docMk/>
            <pc:sldMk cId="3988519953" sldId="443"/>
            <ac:spMk id="3" creationId="{D1140ADC-BD0A-F855-7488-B023933118C6}"/>
          </ac:spMkLst>
        </pc:spChg>
      </pc:sldChg>
      <pc:sldChg chg="addSp delSp modSp add mod modAnim">
        <pc:chgData name="Sonit Singh" userId="b4d4e167-5b1e-4244-b3e0-a2cbab649a82" providerId="ADAL" clId="{2D3BDC2F-6334-4C10-8EA5-83EADEA4309D}" dt="2024-03-28T02:54:16.853" v="597" actId="1076"/>
        <pc:sldMkLst>
          <pc:docMk/>
          <pc:sldMk cId="1773432222" sldId="444"/>
        </pc:sldMkLst>
        <pc:spChg chg="mod">
          <ac:chgData name="Sonit Singh" userId="b4d4e167-5b1e-4244-b3e0-a2cbab649a82" providerId="ADAL" clId="{2D3BDC2F-6334-4C10-8EA5-83EADEA4309D}" dt="2024-03-28T02:54:05.945" v="592" actId="20577"/>
          <ac:spMkLst>
            <pc:docMk/>
            <pc:sldMk cId="1773432222" sldId="444"/>
            <ac:spMk id="2" creationId="{5AABE7D9-9E99-C860-707E-450211BC7582}"/>
          </ac:spMkLst>
        </pc:spChg>
        <pc:spChg chg="del mod">
          <ac:chgData name="Sonit Singh" userId="b4d4e167-5b1e-4244-b3e0-a2cbab649a82" providerId="ADAL" clId="{2D3BDC2F-6334-4C10-8EA5-83EADEA4309D}" dt="2024-03-28T02:53:40.049" v="584"/>
          <ac:spMkLst>
            <pc:docMk/>
            <pc:sldMk cId="1773432222" sldId="444"/>
            <ac:spMk id="3" creationId="{D1140ADC-BD0A-F855-7488-B023933118C6}"/>
          </ac:spMkLst>
        </pc:spChg>
        <pc:picChg chg="add mod">
          <ac:chgData name="Sonit Singh" userId="b4d4e167-5b1e-4244-b3e0-a2cbab649a82" providerId="ADAL" clId="{2D3BDC2F-6334-4C10-8EA5-83EADEA4309D}" dt="2024-03-28T02:54:16.853" v="597" actId="1076"/>
          <ac:picMkLst>
            <pc:docMk/>
            <pc:sldMk cId="1773432222" sldId="444"/>
            <ac:picMk id="6" creationId="{8C3CDB7F-1C1E-F932-9252-B0E3469FCC96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4FCFEB-8D6C-C3C9-0E3B-0D626B8D4C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318B1-E95B-2162-25FC-6A643F492A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2CE1B-BB9F-45A9-BACC-98FF3D2D4F2E}" type="datetimeFigureOut">
              <a:rPr lang="en-AU" smtClean="0"/>
              <a:t>1/08/2026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33E35-C80A-9E70-5C2C-35376FBF37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7AB53-2769-CE79-0FFA-D4B76B84D5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EF8CF-0F8A-4BD6-9CE5-A84D18797D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04906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A9E51-4ABD-4B03-A80E-627F14CF22A5}" type="datetimeFigureOut">
              <a:rPr lang="en-AU" smtClean="0"/>
              <a:t>1/08/2026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AD0F-5D97-4C49-B145-C57DEFFF18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89710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开始用 PlantVillage 训练，发现 acc 过高（38 类 99.53%）。该数据集拍于实验室，于是用 PlantDoc 田间照片做零样本测试，只有 16.1%（236 张测试集；全部 2,525 张是 13.94%）。</a:t>
            </a:r>
          </a:p>
          <a:p/>
          <a:p>
            <a:r>
              <a:t>反推原因：用 8 个背景边缘像素训练逻辑回归，38 类能到 33.7%（随机只有 2.6%）—— 背景本身就携带大量标签信息，模型学到的是拍摄背景这个捷径，不是病斑。</a:t>
            </a:r>
          </a:p>
          <a:p>
            <a:r>
              <a:t>（注意：不是“灰度图”—— grayscale 是另一个独立实验，在它上训练得 97.76%。）</a:t>
            </a:r>
          </a:p>
          <a:p/>
          <a:p>
            <a:r>
              <a:t>据此做叶片分组切分、背景随机化和更强增强，最后用田间数据微调，恢复到 55.9%。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FAD0F-5D97-4C49-B145-C57DEFFF18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3792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CC69-1DB5-8B4C-E984-537775889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6AB9C-35E1-72A7-C1BD-2A68ABDF5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ADF0C-51C6-7419-3D8D-CE50A38B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C2B86-F199-D6C7-6508-0F212835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CA229-935C-8099-0E86-5ECC48D06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55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EDE7-E9E0-024D-ECA2-08E54B25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D77A-76FB-85A4-F394-25213E4C8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CDC2-DAA7-2417-8C12-59AD99F7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E4FE-3DEB-1A78-A982-79D37BE3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844F9-28BE-776B-9E9D-2D8B60BF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2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46D2-4849-55F2-9EDF-A792D2D5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57F27-84A0-5427-C58F-7B0A3B7D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1D2F-4DB1-E58D-F5B2-22856EBD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215E-C1E7-0772-7B69-C49D663C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38AE6-A79D-47C3-230B-1AC81712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06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1BEC-192D-937E-DA59-2C1E6F92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18E9-9BA1-6BDC-7D49-312A5A52B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D44C6-412A-DD4D-862D-B5E514E9B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40C3E-1460-3B32-C784-A5390B81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C3E9E-91F4-68EB-3214-136D87F1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A5AB8-7D83-5F63-650F-2F42E603A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849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9673-788D-CEB8-3CAB-5325857C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A4327-CB54-2F05-89B1-AE24F0436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392B2-77BB-A618-6A0F-13C2A2CD9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58D8B-E275-A357-1522-80C6F2515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B81CE-9484-C3CC-76E1-DBC0AAD00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C95D1-9F2A-BFEE-8F8A-A71FEA5D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A9D27-286A-0CD0-536E-3C31470F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83C16E-2B21-4D45-0DB5-880C81E3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015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EBF-8DA3-0A25-1033-CC234E8A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438F8-89A1-A067-F8E9-70C1687F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13E1D-0C4A-5D32-26F9-1BCEB848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FB03E-F9B4-2433-81E1-3BD50D86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8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F21A5-757D-D6A3-9443-5A6371AF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14B1B-5FF6-8469-6441-EB5B8B69B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CD0E0-0D21-6F48-935E-F6B75CC63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15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A84B-7940-7822-2557-A9F64C4F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BFA02-B7AD-C565-8B71-EBFE90B14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65417-3DB2-4D8D-8200-BD30635C5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0B6C3-E111-C7CB-AC6A-CC00EF12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C9C6B-73DF-DF29-7D8E-406889E8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FA417-731E-9727-AF6F-6D28C155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83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92BEE-A08A-4C6E-7CF0-B5E142A6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CB7E99-09CB-4FCE-7697-4152BD23E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6087A-FE5D-60D9-AE0C-90223805A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C7038-77D9-3267-A27B-7B49BB1DB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014C3-2621-ED8B-BAFE-7382D98E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3137F-F472-9F0A-46F3-68538886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259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9202-C610-B140-08AE-44A7A81A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C6ED7-FC32-3714-E040-43D1C4BE2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90846-30E1-0BAF-95AF-2C33ADEE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BE872-C7C3-B46E-9774-8FB6415F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FBA00-691F-09A6-F95B-E68F8744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755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E502C-2424-B094-C539-7DA0B74C6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53B7A-E936-2389-15BD-97911F5B1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8DFD5-019B-E5BD-82F1-29E012B3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73B12-943B-CDB8-92BA-AA488F9A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D7ABB-25EC-73C5-D340-E23440DC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1005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0D427A-31A8-804F-A88E-B2237F6FF8DD}"/>
              </a:ext>
            </a:extLst>
          </p:cNvPr>
          <p:cNvSpPr/>
          <p:nvPr userDrawn="1"/>
        </p:nvSpPr>
        <p:spPr>
          <a:xfrm rot="5400000">
            <a:off x="5706291" y="372292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4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3919BA19-F123-3B46-B077-C952C919A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7849" y="6139546"/>
            <a:ext cx="598271" cy="70104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C14B686-A7B8-C34E-BD3F-17AD7280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9B41C51-D68E-9449-86C7-CBC06D1C8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8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3BF01-419E-0890-7FE1-A0EF7A19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C6101-507B-F3EE-D41C-583775C6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85946-5ABD-9B6F-9732-CD57BE24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491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A4A11-68D0-0342-99AF-D474A68AB2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999759">
            <a:off x="1292068" y="-612610"/>
            <a:ext cx="5135041" cy="7002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E5ACA8-1A29-9F40-A4E7-578A7ACF5C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5055" y="4792776"/>
            <a:ext cx="1760572" cy="18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561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14D76-5DF1-A4E1-1338-B03D3642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58865-62AB-234F-36FF-19D673DE8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27987-368E-CEF9-CAA0-840585717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C300B-6F01-71B4-9B2C-1056A57DE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00E20-46EB-CC1D-6BF8-548902128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1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jpg"/><Relationship Id="rId3" Type="http://schemas.openxmlformats.org/officeDocument/2006/relationships/hyperlink" Target="https://www.picpedia.org/highway-signs/q/question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FF856-7F9C-9D4C-B764-1C7E4E7233C0}"/>
              </a:ext>
            </a:extLst>
          </p:cNvPr>
          <p:cNvSpPr txBox="1"/>
          <p:nvPr/>
        </p:nvSpPr>
        <p:spPr>
          <a:xfrm>
            <a:off x="-78497" y="2236126"/>
            <a:ext cx="562252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sz="4800"/>
              <a:t>Automatic Plant Disease Detection Using Computer Vision</a:t>
            </a:r>
            <a:endParaRPr lang="en-US" sz="4800" b="1" dirty="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CC68E-A06E-1747-A719-B74DFB9FB81B}"/>
              </a:ext>
            </a:extLst>
          </p:cNvPr>
          <p:cNvSpPr txBox="1"/>
          <p:nvPr/>
        </p:nvSpPr>
        <p:spPr>
          <a:xfrm>
            <a:off x="5574831" y="2562407"/>
            <a:ext cx="6638005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fontAlgn="base"/>
            <a:r>
              <a:rPr sz="4000" dirty="0"/>
              <a:t>‹</a:t>
            </a:r>
            <a:r>
              <a:rPr lang="en-US" altLang="zh-CN" sz="4000" dirty="0"/>
              <a:t>Austral</a:t>
            </a:r>
            <a:r>
              <a:rPr sz="4000" dirty="0"/>
              <a:t>›</a:t>
            </a:r>
          </a:p>
          <a:p>
            <a:endParaRPr sz="4000" dirty="0"/>
          </a:p>
          <a:p>
            <a:r>
              <a:rPr sz="4000" dirty="0"/>
              <a:t>‹</a:t>
            </a:r>
            <a:r>
              <a:rPr lang="en-US" altLang="zh-CN" sz="4000" dirty="0" err="1"/>
              <a:t>Maoqin</a:t>
            </a:r>
            <a:r>
              <a:rPr lang="en-US" altLang="zh-CN" sz="4000" dirty="0"/>
              <a:t> Liu </a:t>
            </a:r>
            <a:r>
              <a:rPr sz="4000" dirty="0"/>
              <a:t>(</a:t>
            </a:r>
            <a:r>
              <a:rPr lang="en-US" altLang="zh-CN" sz="4000" dirty="0"/>
              <a:t>z5653393</a:t>
            </a:r>
            <a:r>
              <a:rPr sz="4000" dirty="0"/>
              <a:t>)›</a:t>
            </a:r>
          </a:p>
          <a:p>
            <a:r>
              <a:rPr sz="4000" dirty="0"/>
              <a:t>‹</a:t>
            </a:r>
            <a:r>
              <a:rPr lang="en-US" sz="4000" dirty="0"/>
              <a:t>Yuyi Zhu</a:t>
            </a:r>
            <a:r>
              <a:rPr sz="4000" dirty="0"/>
              <a:t> (z</a:t>
            </a:r>
            <a:r>
              <a:rPr lang="en-US" sz="4000" dirty="0"/>
              <a:t>5629988</a:t>
            </a:r>
            <a:r>
              <a:rPr lang="en-US" altLang="zh-CN" sz="4000" dirty="0"/>
              <a:t>)›</a:t>
            </a:r>
            <a:endParaRPr sz="4000" dirty="0"/>
          </a:p>
          <a:p>
            <a:r>
              <a:rPr sz="4000" dirty="0"/>
              <a:t>‹</a:t>
            </a:r>
            <a:r>
              <a:rPr lang="en-US" sz="4000" dirty="0"/>
              <a:t>Ian Zhao</a:t>
            </a:r>
            <a:r>
              <a:rPr sz="4000" dirty="0"/>
              <a:t> (z</a:t>
            </a:r>
            <a:r>
              <a:rPr lang="en-US" sz="4000" dirty="0"/>
              <a:t>5666368</a:t>
            </a:r>
            <a:r>
              <a:rPr sz="4000" dirty="0"/>
              <a:t>)›</a:t>
            </a:r>
          </a:p>
          <a:p>
            <a:r>
              <a:rPr sz="4000" dirty="0"/>
              <a:t>‹</a:t>
            </a:r>
            <a:r>
              <a:rPr lang="en-US" sz="4000" dirty="0"/>
              <a:t>Songning Liu</a:t>
            </a:r>
            <a:r>
              <a:rPr sz="4000" dirty="0"/>
              <a:t> (z</a:t>
            </a:r>
            <a:r>
              <a:rPr lang="en-US" sz="4000" dirty="0"/>
              <a:t>5668661</a:t>
            </a:r>
            <a:r>
              <a:rPr sz="4000" dirty="0"/>
              <a:t>)›</a:t>
            </a:r>
          </a:p>
          <a:p>
            <a:endParaRPr sz="4000" dirty="0"/>
          </a:p>
          <a:p>
            <a:r>
              <a:rPr sz="4000" dirty="0"/>
              <a:t>COMP9444 25T1  ·  Project 090</a:t>
            </a:r>
          </a:p>
        </p:txBody>
      </p:sp>
      <p:pic>
        <p:nvPicPr>
          <p:cNvPr id="4" name="Picture 3" descr="leaf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4864"/>
            <a:ext cx="6629400" cy="222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0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7160"/>
            <a:ext cx="11631168" cy="841248"/>
          </a:xfrm>
        </p:spPr>
        <p:txBody>
          <a:bodyPr/>
          <a:lstStyle/>
          <a:p>
            <a:r>
              <a:rPr sz="2700" b="1">
                <a:solidFill>
                  <a:srgbClr val="1C2B3A"/>
                </a:solidFill>
                <a:latin typeface="Aptos"/>
              </a:rPr>
              <a:t>Motivation: From Benchmark Accuracy to Field Reliability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A (zID)›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41832"/>
            <a:ext cx="11109960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400" b="1">
                <a:solidFill>
                  <a:srgbClr val="5B656F"/>
                </a:solidFill>
                <a:latin typeface="Aptos"/>
              </a:rPr>
              <a:t>Research motivation: a high laboratory score is only the start of the investigation — not evidence of deployment readiness.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1499616"/>
            <a:ext cx="1975104" cy="2907792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2F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0704" y="1709928"/>
            <a:ext cx="640080" cy="640080"/>
          </a:xfrm>
          <a:prstGeom prst="ellipse">
            <a:avLst/>
          </a:prstGeom>
          <a:solidFill>
            <a:srgbClr val="2F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1801368"/>
            <a:ext cx="64008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496312"/>
            <a:ext cx="1682496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Strong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3127248"/>
            <a:ext cx="1682496" cy="9144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/>
            <a:r>
              <a:rPr sz="1100" b="0">
                <a:solidFill>
                  <a:srgbClr val="5B656F"/>
                </a:solidFill>
                <a:latin typeface="Aptos"/>
              </a:rPr>
              <a:t>Train on PlantVillage.
38-way accuracy reaches 99.53%.</a:t>
            </a:r>
          </a:p>
        </p:txBody>
      </p:sp>
      <p:sp>
        <p:nvSpPr>
          <p:cNvPr id="12" name="Chevron 11"/>
          <p:cNvSpPr/>
          <p:nvPr/>
        </p:nvSpPr>
        <p:spPr>
          <a:xfrm>
            <a:off x="2395728" y="2724912"/>
            <a:ext cx="310896" cy="457200"/>
          </a:xfrm>
          <a:prstGeom prst="chevron">
            <a:avLst/>
          </a:prstGeom>
          <a:solidFill>
            <a:srgbClr val="5B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24912" y="1499616"/>
            <a:ext cx="1975104" cy="2907792"/>
          </a:xfrm>
          <a:prstGeom prst="roundRect">
            <a:avLst/>
          </a:prstGeom>
          <a:solidFill>
            <a:srgbClr val="FDEAEA"/>
          </a:solidFill>
          <a:ln w="15240">
            <a:solidFill>
              <a:srgbClr val="E8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92424" y="1709928"/>
            <a:ext cx="640080" cy="640080"/>
          </a:xfrm>
          <a:prstGeom prst="ellipse">
            <a:avLst/>
          </a:prstGeom>
          <a:solidFill>
            <a:srgbClr val="E84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92424" y="1801368"/>
            <a:ext cx="64008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2496312"/>
            <a:ext cx="1682496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Reality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3127248"/>
            <a:ext cx="1682496" cy="9144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/>
            <a:r>
              <a:rPr sz="1100" b="0">
                <a:solidFill>
                  <a:srgbClr val="5B656F"/>
                </a:solidFill>
                <a:latin typeface="Aptos"/>
              </a:rPr>
              <a:t>Zero-shot on PlantDoc
field photos: 16.1%
(236-image test split).</a:t>
            </a:r>
          </a:p>
        </p:txBody>
      </p:sp>
      <p:sp>
        <p:nvSpPr>
          <p:cNvPr id="18" name="Chevron 17"/>
          <p:cNvSpPr/>
          <p:nvPr/>
        </p:nvSpPr>
        <p:spPr>
          <a:xfrm>
            <a:off x="4727448" y="2724912"/>
            <a:ext cx="310896" cy="457200"/>
          </a:xfrm>
          <a:prstGeom prst="chevron">
            <a:avLst/>
          </a:prstGeom>
          <a:solidFill>
            <a:srgbClr val="5B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56631" y="1499616"/>
            <a:ext cx="1975104" cy="2907792"/>
          </a:xfrm>
          <a:prstGeom prst="roundRect">
            <a:avLst/>
          </a:prstGeom>
          <a:solidFill>
            <a:srgbClr val="FEEEE2"/>
          </a:solidFill>
          <a:ln w="15240">
            <a:solidFill>
              <a:srgbClr val="F26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24144" y="1709928"/>
            <a:ext cx="640080" cy="640080"/>
          </a:xfrm>
          <a:prstGeom prst="ellipse">
            <a:avLst/>
          </a:prstGeom>
          <a:solidFill>
            <a:srgbClr val="F26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144" y="1801368"/>
            <a:ext cx="64008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496312"/>
            <a:ext cx="1682496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Explain the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3127248"/>
            <a:ext cx="1682496" cy="9144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/>
            <a:r>
              <a:rPr sz="1100" b="0">
                <a:solidFill>
                  <a:srgbClr val="5B656F"/>
                </a:solidFill>
                <a:latin typeface="Aptos"/>
              </a:rPr>
              <a:t>Find what the model is
really using, with
independent probes.</a:t>
            </a:r>
          </a:p>
        </p:txBody>
      </p:sp>
      <p:sp>
        <p:nvSpPr>
          <p:cNvPr id="24" name="Chevron 23"/>
          <p:cNvSpPr/>
          <p:nvPr/>
        </p:nvSpPr>
        <p:spPr>
          <a:xfrm>
            <a:off x="7059167" y="2724912"/>
            <a:ext cx="310896" cy="457200"/>
          </a:xfrm>
          <a:prstGeom prst="chevron">
            <a:avLst/>
          </a:prstGeom>
          <a:solidFill>
            <a:srgbClr val="5B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88352" y="1499616"/>
            <a:ext cx="1975104" cy="2907792"/>
          </a:xfrm>
          <a:prstGeom prst="roundRect">
            <a:avLst/>
          </a:prstGeom>
          <a:solidFill>
            <a:srgbClr val="E5F7F0"/>
          </a:solidFill>
          <a:ln w="15240">
            <a:solidFill>
              <a:srgbClr val="1BA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55864" y="1709928"/>
            <a:ext cx="640080" cy="640080"/>
          </a:xfrm>
          <a:prstGeom prst="ellipse">
            <a:avLst/>
          </a:prstGeom>
          <a:solidFill>
            <a:srgbClr val="1BA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55864" y="1801368"/>
            <a:ext cx="64008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2496312"/>
            <a:ext cx="1682496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Improve robustness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6" y="3127248"/>
            <a:ext cx="1682496" cy="9144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/>
            <a:r>
              <a:rPr sz="1100" b="0">
                <a:solidFill>
                  <a:srgbClr val="5B656F"/>
                </a:solidFill>
                <a:latin typeface="Aptos"/>
              </a:rPr>
              <a:t>Retrain to remove the
shortcut, and test
whether it helps.</a:t>
            </a:r>
          </a:p>
        </p:txBody>
      </p:sp>
      <p:sp>
        <p:nvSpPr>
          <p:cNvPr id="30" name="Chevron 29"/>
          <p:cNvSpPr/>
          <p:nvPr/>
        </p:nvSpPr>
        <p:spPr>
          <a:xfrm>
            <a:off x="9390888" y="2724912"/>
            <a:ext cx="310896" cy="457200"/>
          </a:xfrm>
          <a:prstGeom prst="chevron">
            <a:avLst/>
          </a:prstGeom>
          <a:solidFill>
            <a:srgbClr val="5B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720072" y="1499616"/>
            <a:ext cx="1975104" cy="2907792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2F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387584" y="1709928"/>
            <a:ext cx="640080" cy="640080"/>
          </a:xfrm>
          <a:prstGeom prst="ellipse">
            <a:avLst/>
          </a:prstGeom>
          <a:solidFill>
            <a:srgbClr val="2F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87584" y="1801368"/>
            <a:ext cx="64008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6376" y="2496312"/>
            <a:ext cx="1682496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Adapt to the field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6376" y="3127248"/>
            <a:ext cx="1682496" cy="9144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/>
            <a:r>
              <a:rPr sz="1100" b="0">
                <a:solidFill>
                  <a:srgbClr val="5B656F"/>
                </a:solidFill>
                <a:latin typeface="Aptos"/>
              </a:rPr>
              <a:t>Give the model real
field data and measure
what returns.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4773168"/>
            <a:ext cx="10168128" cy="566928"/>
          </a:xfrm>
          <a:prstGeom prst="roundRect">
            <a:avLst/>
          </a:prstGeom>
          <a:solidFill>
            <a:srgbClr val="FEEEE2"/>
          </a:solidFill>
          <a:ln w="12700">
            <a:solidFill>
              <a:srgbClr val="F26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34440" y="4882896"/>
            <a:ext cx="9710928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Core question: What does the model learn, and what is needed for its performance to transfer beyond the laboratory?</a:t>
            </a:r>
          </a:p>
        </p:txBody>
      </p:sp>
    </p:spTree>
    <p:extLst>
      <p:ext uri="{BB962C8B-B14F-4D97-AF65-F5344CB8AC3E}">
        <p14:creationId xmlns:p14="http://schemas.microsoft.com/office/powerpoint/2010/main" val="42413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7160"/>
            <a:ext cx="11631168" cy="841248"/>
          </a:xfrm>
        </p:spPr>
        <p:txBody>
          <a:bodyPr/>
          <a:lstStyle/>
          <a:p>
            <a:r>
              <a:rPr sz="2600" b="1">
                <a:solidFill>
                  <a:srgbClr val="1C2B3A"/>
                </a:solidFill>
                <a:latin typeface="Aptos"/>
              </a:rPr>
              <a:t>Problem Statement: One Deployment Claim, Three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A (zID)›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" y="1033271"/>
            <a:ext cx="11137392" cy="585216"/>
          </a:xfrm>
          <a:prstGeom prst="roundRect">
            <a:avLst/>
          </a:prstGeom>
          <a:solidFill>
            <a:srgbClr val="FEEEE2"/>
          </a:solidFill>
          <a:ln w="12700">
            <a:solidFill>
              <a:srgbClr val="F26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52144"/>
            <a:ext cx="10680192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Brief: classify a leaf as healthy or diseased, and estimate disease severity — plus the field test its stated aim implies.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65376"/>
            <a:ext cx="3511296" cy="2633472"/>
          </a:xfrm>
          <a:prstGeom prst="roundRect">
            <a:avLst/>
          </a:prstGeom>
          <a:solidFill>
            <a:srgbClr val="E7F1FC"/>
          </a:solidFill>
          <a:ln w="15875">
            <a:solidFill>
              <a:srgbClr val="2F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3231" y="2057400"/>
            <a:ext cx="530352" cy="530352"/>
          </a:xfrm>
          <a:prstGeom prst="ellipse">
            <a:avLst/>
          </a:prstGeom>
          <a:solidFill>
            <a:srgbClr val="2F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2157984"/>
            <a:ext cx="530352" cy="21945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011680"/>
            <a:ext cx="2414016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2F7BD5"/>
                </a:solidFill>
                <a:latin typeface="Aptos"/>
              </a:rPr>
              <a:t>Diagnostic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06624"/>
            <a:ext cx="3017520" cy="64922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Aptos"/>
              </a:rPr>
              <a:t>Can a CNN identify the crop/condition from a leaf image?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93008"/>
            <a:ext cx="3017520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38 classes across 14 crops: 26 diseases plus healthy states.
Evaluate both fine-grained diagnosis and healthy / diseased screening.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65376"/>
            <a:ext cx="3511296" cy="2633472"/>
          </a:xfrm>
          <a:prstGeom prst="roundRect">
            <a:avLst/>
          </a:prstGeom>
          <a:solidFill>
            <a:srgbClr val="FDEAEA"/>
          </a:solidFill>
          <a:ln w="15875">
            <a:solidFill>
              <a:srgbClr val="E84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35424" y="2057400"/>
            <a:ext cx="530352" cy="530352"/>
          </a:xfrm>
          <a:prstGeom prst="ellipse">
            <a:avLst/>
          </a:prstGeom>
          <a:solidFill>
            <a:srgbClr val="E84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2157984"/>
            <a:ext cx="530352" cy="21945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011680"/>
            <a:ext cx="2414016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E8494A"/>
                </a:solidFill>
                <a:latin typeface="Aptos"/>
              </a:rPr>
              <a:t>Field validity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06624"/>
            <a:ext cx="3017520" cy="64922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Aptos"/>
              </a:rPr>
              <a:t>Does laboratory accuracy transfer to real field photographs?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493008"/>
            <a:ext cx="3017520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PlantVillage: detached leaves on uniform backgrounds.
PlantDoc: whole plants, clutter, and variable scale and lighting.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1865376"/>
            <a:ext cx="3511296" cy="2633472"/>
          </a:xfrm>
          <a:prstGeom prst="roundRect">
            <a:avLst/>
          </a:prstGeom>
          <a:solidFill>
            <a:srgbClr val="E5F7F0"/>
          </a:solidFill>
          <a:ln w="15875">
            <a:solidFill>
              <a:srgbClr val="1BA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57616" y="2057400"/>
            <a:ext cx="530352" cy="530352"/>
          </a:xfrm>
          <a:prstGeom prst="ellipse">
            <a:avLst/>
          </a:prstGeom>
          <a:solidFill>
            <a:srgbClr val="1BA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57616" y="2157984"/>
            <a:ext cx="530352" cy="21945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011680"/>
            <a:ext cx="2414016" cy="384048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1BAD7E"/>
                </a:solidFill>
                <a:latin typeface="Aptos"/>
              </a:rPr>
              <a:t>Trustworthy severity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706624"/>
            <a:ext cx="3017520" cy="64922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Aptos"/>
              </a:rPr>
              <a:t>Can image features estimate disease severity reliably?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493008"/>
            <a:ext cx="3017520" cy="6035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PlantVillage has no severity labels: derive lesion-area targets,
train a joint regression head, and validate against human judgements.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791456"/>
            <a:ext cx="192024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Aptos"/>
              </a:rPr>
              <a:t>Evaluation safeguards</a:t>
            </a:r>
          </a:p>
        </p:txBody>
      </p:sp>
      <p:sp>
        <p:nvSpPr>
          <p:cNvPr id="27" name="Oval 26"/>
          <p:cNvSpPr/>
          <p:nvPr/>
        </p:nvSpPr>
        <p:spPr>
          <a:xfrm>
            <a:off x="2496312" y="4846320"/>
            <a:ext cx="173736" cy="173736"/>
          </a:xfrm>
          <a:prstGeom prst="ellipse">
            <a:avLst/>
          </a:prstGeom>
          <a:solidFill>
            <a:srgbClr val="F26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34056" y="4718304"/>
            <a:ext cx="2487168" cy="23774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1">
                <a:solidFill>
                  <a:srgbClr val="1C2B3A"/>
                </a:solidFill>
                <a:latin typeface="Aptos"/>
              </a:rPr>
              <a:t>Leaf-grouped 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4983480"/>
            <a:ext cx="2487168" cy="21945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950" b="0">
                <a:solidFill>
                  <a:srgbClr val="5B656F"/>
                </a:solidFill>
                <a:latin typeface="Aptos"/>
              </a:rPr>
              <a:t>no duplicate leaf across train / test</a:t>
            </a:r>
          </a:p>
        </p:txBody>
      </p:sp>
      <p:sp>
        <p:nvSpPr>
          <p:cNvPr id="30" name="Oval 29"/>
          <p:cNvSpPr/>
          <p:nvPr/>
        </p:nvSpPr>
        <p:spPr>
          <a:xfrm>
            <a:off x="5468112" y="4846320"/>
            <a:ext cx="173736" cy="173736"/>
          </a:xfrm>
          <a:prstGeom prst="ellipse">
            <a:avLst/>
          </a:prstGeom>
          <a:solidFill>
            <a:srgbClr val="E84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05856" y="4718304"/>
            <a:ext cx="2487168" cy="23774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1">
                <a:solidFill>
                  <a:srgbClr val="1C2B3A"/>
                </a:solidFill>
                <a:latin typeface="Aptos"/>
              </a:rPr>
              <a:t>Shortcut audits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5856" y="4983480"/>
            <a:ext cx="2487168" cy="21945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950" b="0">
                <a:solidFill>
                  <a:srgbClr val="5B656F"/>
                </a:solidFill>
                <a:latin typeface="Aptos"/>
              </a:rPr>
              <a:t>background and image-variant controls</a:t>
            </a:r>
          </a:p>
        </p:txBody>
      </p:sp>
      <p:sp>
        <p:nvSpPr>
          <p:cNvPr id="33" name="Oval 32"/>
          <p:cNvSpPr/>
          <p:nvPr/>
        </p:nvSpPr>
        <p:spPr>
          <a:xfrm>
            <a:off x="8439912" y="4846320"/>
            <a:ext cx="173736" cy="173736"/>
          </a:xfrm>
          <a:prstGeom prst="ellipse">
            <a:avLst/>
          </a:prstGeom>
          <a:solidFill>
            <a:srgbClr val="1BA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77656" y="4718304"/>
            <a:ext cx="2487168" cy="23774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150" b="1">
                <a:solidFill>
                  <a:srgbClr val="1C2B3A"/>
                </a:solidFill>
                <a:latin typeface="Aptos"/>
              </a:rPr>
              <a:t>External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4983480"/>
            <a:ext cx="2487168" cy="219456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950" b="0">
                <a:solidFill>
                  <a:srgbClr val="5B656F"/>
                </a:solidFill>
                <a:latin typeface="Aptos"/>
              </a:rPr>
              <a:t>PlantDoc never seen in zero-shot training</a:t>
            </a:r>
          </a:p>
        </p:txBody>
      </p:sp>
    </p:spTree>
    <p:extLst>
      <p:ext uri="{BB962C8B-B14F-4D97-AF65-F5344CB8AC3E}">
        <p14:creationId xmlns:p14="http://schemas.microsoft.com/office/powerpoint/2010/main" val="97518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sz="2800" b="1">
                <a:solidFill>
                  <a:srgbClr val="1C2B3A"/>
                </a:solidFill>
              </a:rPr>
              <a:t>Literature Review: the Gap Is Known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B (zID)›</a:t>
            </a:r>
          </a:p>
        </p:txBody>
      </p:sp>
      <p:sp>
        <p:nvSpPr>
          <p:cNvPr id="6" name="Rectangle 5"/>
          <p:cNvSpPr/>
          <p:nvPr/>
        </p:nvSpPr>
        <p:spPr>
          <a:xfrm>
            <a:off x="2313432" y="2862072"/>
            <a:ext cx="1078992" cy="64008"/>
          </a:xfrm>
          <a:prstGeom prst="rect">
            <a:avLst/>
          </a:prstGeom>
          <a:solidFill>
            <a:srgbClr val="2F7BD5"/>
          </a:solidFill>
          <a:ln w="12700">
            <a:solidFill>
              <a:srgbClr val="2F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71016" y="2487168"/>
            <a:ext cx="777240" cy="777240"/>
          </a:xfrm>
          <a:prstGeom prst="ellipse">
            <a:avLst/>
          </a:prstGeom>
          <a:solidFill>
            <a:srgbClr val="2F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2633472"/>
            <a:ext cx="9144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233172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Mohanty et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47872"/>
            <a:ext cx="2331720" cy="7863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B656F"/>
                </a:solidFill>
                <a:latin typeface="Aptos"/>
              </a:rPr>
              <a:t>99.35% in lab
poor field 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2862072"/>
            <a:ext cx="1078992" cy="64008"/>
          </a:xfrm>
          <a:prstGeom prst="rect">
            <a:avLst/>
          </a:prstGeom>
          <a:solidFill>
            <a:srgbClr val="1BAD7E"/>
          </a:solidFill>
          <a:ln w="12700">
            <a:solidFill>
              <a:srgbClr val="1BA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23944" y="2487168"/>
            <a:ext cx="777240" cy="777240"/>
          </a:xfrm>
          <a:prstGeom prst="ellipse">
            <a:avLst/>
          </a:prstGeom>
          <a:solidFill>
            <a:srgbClr val="1BA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50791" y="2633472"/>
            <a:ext cx="9144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719072"/>
            <a:ext cx="233172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Ferentinos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547872"/>
            <a:ext cx="2331720" cy="7863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B656F"/>
                </a:solidFill>
                <a:latin typeface="Aptos"/>
              </a:rPr>
              <a:t>99.5% benchmark
field drop remains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2862072"/>
            <a:ext cx="1078992" cy="64008"/>
          </a:xfrm>
          <a:prstGeom prst="rect">
            <a:avLst/>
          </a:prstGeom>
          <a:solidFill>
            <a:srgbClr val="F2652E"/>
          </a:solidFill>
          <a:ln w="12700">
            <a:solidFill>
              <a:srgbClr val="F26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976872" y="2487168"/>
            <a:ext cx="777240" cy="777240"/>
          </a:xfrm>
          <a:prstGeom prst="ellipse">
            <a:avLst/>
          </a:prstGeom>
          <a:solidFill>
            <a:srgbClr val="F26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2633472"/>
            <a:ext cx="9144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1719072"/>
            <a:ext cx="233172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Arsenovic et 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547872"/>
            <a:ext cx="2331720" cy="7863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B656F"/>
                </a:solidFill>
                <a:latin typeface="Aptos"/>
              </a:rPr>
              <a:t>augmentation + GAN
for robustness</a:t>
            </a:r>
          </a:p>
        </p:txBody>
      </p:sp>
      <p:sp>
        <p:nvSpPr>
          <p:cNvPr id="21" name="Oval 20"/>
          <p:cNvSpPr/>
          <p:nvPr/>
        </p:nvSpPr>
        <p:spPr>
          <a:xfrm>
            <a:off x="9829800" y="2487168"/>
            <a:ext cx="777240" cy="777240"/>
          </a:xfrm>
          <a:prstGeom prst="ellipse">
            <a:avLst/>
          </a:prstGeom>
          <a:solidFill>
            <a:srgbClr val="E84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2633472"/>
            <a:ext cx="9144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1719072"/>
            <a:ext cx="233172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C2B3A"/>
                </a:solidFill>
                <a:latin typeface="Aptos"/>
              </a:rPr>
              <a:t>Natarajan et 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3547872"/>
            <a:ext cx="2331720" cy="7863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B656F"/>
                </a:solidFill>
                <a:latin typeface="Aptos"/>
              </a:rPr>
              <a:t>deep model + XAI
for interpretation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1" y="4846320"/>
            <a:ext cx="10104120" cy="667512"/>
          </a:xfrm>
          <a:prstGeom prst="roundRect">
            <a:avLst/>
          </a:prstGeom>
          <a:solidFill>
            <a:srgbClr val="FEEEE2"/>
          </a:solidFill>
          <a:ln w="12700">
            <a:solidFill>
              <a:srgbClr val="FE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4956048"/>
            <a:ext cx="969264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1C2B3A"/>
                </a:solidFill>
                <a:latin typeface="Aptos"/>
              </a:rPr>
              <a:t>Our contribution: measure why benchmark accuracy fails — then test the remedy on real field data.</a:t>
            </a:r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sz="2800" b="1">
                <a:solidFill>
                  <a:srgbClr val="1C2B3A"/>
                </a:solidFill>
              </a:rPr>
              <a:t>Datasets: Laboratory vs Field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C (zID)›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486400" cy="4709160"/>
          </a:xfrm>
          <a:prstGeom prst="roundRect">
            <a:avLst/>
          </a:prstGeom>
          <a:solidFill>
            <a:srgbClr val="E7F1FC"/>
          </a:solidFill>
          <a:ln w="15240">
            <a:solidFill>
              <a:srgbClr val="2F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5352" y="1143000"/>
            <a:ext cx="5486400" cy="4709160"/>
          </a:xfrm>
          <a:prstGeom prst="roundRect">
            <a:avLst/>
          </a:prstGeom>
          <a:solidFill>
            <a:srgbClr val="FEEEE2"/>
          </a:solidFill>
          <a:ln w="15240">
            <a:solidFill>
              <a:srgbClr val="F26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497433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100" b="1">
                <a:solidFill>
                  <a:srgbClr val="2F7BD5"/>
                </a:solidFill>
                <a:latin typeface="Aptos"/>
              </a:rPr>
              <a:t>PlantVillage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90288"/>
            <a:ext cx="49377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700" b="1">
                <a:solidFill>
                  <a:srgbClr val="1C2B3A"/>
                </a:solidFill>
                <a:latin typeface="Aptos"/>
              </a:rPr>
              <a:t>54,305 detached-leaf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493776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0">
                <a:solidFill>
                  <a:srgbClr val="5B656F"/>
                </a:solidFill>
                <a:latin typeface="Aptos"/>
              </a:rPr>
              <a:t>14 crops · 38 crop/condition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49377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>
                <a:solidFill>
                  <a:srgbClr val="2F7BD5"/>
                </a:solidFill>
                <a:latin typeface="Aptos"/>
              </a:rPr>
              <a:t>4 samples each: colour · grayscale · segmented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1307592"/>
            <a:ext cx="497433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100" b="1">
                <a:solidFill>
                  <a:srgbClr val="F2652E"/>
                </a:solidFill>
                <a:latin typeface="Aptos"/>
              </a:rPr>
              <a:t>PlantDoc</a:t>
            </a:r>
          </a:p>
        </p:txBody>
      </p:sp>
      <p:pic>
        <p:nvPicPr>
          <p:cNvPr id="14" name="Picture 13" descr="plantdoc_field_sampl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821236"/>
            <a:ext cx="5010912" cy="25937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19672" y="4590288"/>
            <a:ext cx="49377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700" b="1">
                <a:solidFill>
                  <a:srgbClr val="1C2B3A"/>
                </a:solidFill>
                <a:latin typeface="Aptos"/>
              </a:rPr>
              <a:t>2,525 real field photographs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983480"/>
            <a:ext cx="4937760" cy="310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0">
                <a:solidFill>
                  <a:srgbClr val="5B656F"/>
                </a:solidFill>
                <a:latin typeface="Aptos"/>
              </a:rPr>
              <a:t>27 mapped classes · selected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5303520"/>
            <a:ext cx="49377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>
                <a:solidFill>
                  <a:srgbClr val="F2652E"/>
                </a:solidFill>
                <a:latin typeface="Aptos"/>
              </a:rPr>
              <a:t>held out for external validation</a:t>
            </a:r>
          </a:p>
        </p:txBody>
      </p:sp>
      <p:pic>
        <p:nvPicPr>
          <p:cNvPr id="18" name="Picture 17" descr="plantvillage_variant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45" y="1755648"/>
            <a:ext cx="4997708" cy="272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8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7160"/>
            <a:ext cx="11631168" cy="841248"/>
          </a:xfrm>
        </p:spPr>
        <p:txBody>
          <a:bodyPr>
            <a:normAutofit/>
          </a:bodyPr>
          <a:lstStyle/>
          <a:p>
            <a:r>
              <a:rPr sz="2600" b="1">
                <a:solidFill>
                  <a:srgbClr val="1C2B3A"/>
                </a:solidFill>
                <a:latin typeface="Aptos"/>
              </a:rPr>
              <a:t>Data Analysis: Composition and Validity Risks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C (zID)›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867912"/>
            <a:ext cx="1920240" cy="29260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Aptos"/>
              </a:rPr>
              <a:t>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33672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4370832"/>
            <a:ext cx="1929384" cy="25603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2F7BD5"/>
                </a:solidFill>
                <a:latin typeface="Aptos"/>
              </a:rPr>
              <a:t>Resize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4690872"/>
            <a:ext cx="1929384" cy="20116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000" b="0">
                <a:solidFill>
                  <a:srgbClr val="5B656F"/>
                </a:solidFill>
                <a:latin typeface="Aptos"/>
              </a:rPr>
              <a:t>128² / 224²</a:t>
            </a:r>
          </a:p>
        </p:txBody>
      </p:sp>
      <p:sp>
        <p:nvSpPr>
          <p:cNvPr id="12" name="Chevron 11"/>
          <p:cNvSpPr/>
          <p:nvPr/>
        </p:nvSpPr>
        <p:spPr>
          <a:xfrm>
            <a:off x="2916936" y="4517136"/>
            <a:ext cx="228600" cy="338328"/>
          </a:xfrm>
          <a:prstGeom prst="chevron">
            <a:avLst/>
          </a:prstGeom>
          <a:solidFill>
            <a:srgbClr val="5B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01568" y="4233672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57016" y="4370832"/>
            <a:ext cx="1929384" cy="25603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2F7BD5"/>
                </a:solidFill>
                <a:latin typeface="Aptos"/>
              </a:rPr>
              <a:t>Normalise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4690872"/>
            <a:ext cx="1929384" cy="20116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000" b="0">
                <a:solidFill>
                  <a:srgbClr val="5B656F"/>
                </a:solidFill>
                <a:latin typeface="Aptos"/>
              </a:rPr>
              <a:t>ImageNet μ, σ</a:t>
            </a:r>
          </a:p>
        </p:txBody>
      </p:sp>
      <p:sp>
        <p:nvSpPr>
          <p:cNvPr id="16" name="Chevron 15"/>
          <p:cNvSpPr/>
          <p:nvPr/>
        </p:nvSpPr>
        <p:spPr>
          <a:xfrm>
            <a:off x="5751576" y="4517136"/>
            <a:ext cx="228600" cy="338328"/>
          </a:xfrm>
          <a:prstGeom prst="chevron">
            <a:avLst/>
          </a:prstGeom>
          <a:solidFill>
            <a:srgbClr val="5B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36208" y="4233672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6" y="4370832"/>
            <a:ext cx="1929384" cy="25603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2F7BD5"/>
                </a:solidFill>
                <a:latin typeface="Aptos"/>
              </a:rPr>
              <a:t>Augment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690872"/>
            <a:ext cx="1929384" cy="20116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000" b="0">
                <a:solidFill>
                  <a:srgbClr val="5B656F"/>
                </a:solidFill>
                <a:latin typeface="Aptos"/>
              </a:rPr>
              <a:t>crop · flip · rotate</a:t>
            </a:r>
          </a:p>
        </p:txBody>
      </p:sp>
      <p:sp>
        <p:nvSpPr>
          <p:cNvPr id="20" name="Chevron 19"/>
          <p:cNvSpPr/>
          <p:nvPr/>
        </p:nvSpPr>
        <p:spPr>
          <a:xfrm>
            <a:off x="8586216" y="4517136"/>
            <a:ext cx="228600" cy="338328"/>
          </a:xfrm>
          <a:prstGeom prst="chevron">
            <a:avLst/>
          </a:prstGeom>
          <a:solidFill>
            <a:srgbClr val="5B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70848" y="4233672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26296" y="4370832"/>
            <a:ext cx="1929384" cy="25603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400" b="1">
                <a:solidFill>
                  <a:srgbClr val="1BAD7E"/>
                </a:solidFill>
                <a:latin typeface="Aptos"/>
              </a:rPr>
              <a:t>De-shortcut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4690872"/>
            <a:ext cx="1929384" cy="20116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000" b="0">
                <a:solidFill>
                  <a:srgbClr val="5B656F"/>
                </a:solidFill>
                <a:latin typeface="Aptos"/>
              </a:rPr>
              <a:t>random backgrounds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404104"/>
            <a:ext cx="10881360" cy="219456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950" b="0">
                <a:solidFill>
                  <a:srgbClr val="5B656F"/>
                </a:solidFill>
                <a:latin typeface="Aptos"/>
              </a:rPr>
              <a:t>Use macro metrics, leaf-grouped splits and external field validation to avoid misleading benchmark conclusions.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ED2143-050D-162C-0650-2F139143A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" y="970997"/>
            <a:ext cx="11994356" cy="26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88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7160"/>
            <a:ext cx="11631168" cy="841248"/>
          </a:xfrm>
        </p:spPr>
        <p:txBody>
          <a:bodyPr>
            <a:normAutofit/>
          </a:bodyPr>
          <a:lstStyle/>
          <a:p>
            <a:r>
              <a:rPr sz="2600" b="1">
                <a:solidFill>
                  <a:srgbClr val="1C2B3A"/>
                </a:solidFill>
                <a:latin typeface="Aptos"/>
              </a:rPr>
              <a:t>Methods: Architecture and Evaluation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D (zID)›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FF8914-722B-A042-A45F-B3F776A24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0" y="841573"/>
            <a:ext cx="12037219" cy="471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83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1C2B3A"/>
                </a:solidFill>
              </a:rPr>
              <a:t>Results I: Near-Ceiling Laboratory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E (zID)›</a:t>
            </a:r>
          </a:p>
        </p:txBody>
      </p:sp>
      <p:pic>
        <p:nvPicPr>
          <p:cNvPr id="7" name="Picture 6" descr="per_diseas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93" y="1051560"/>
            <a:ext cx="4814333" cy="50749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142" y="1051560"/>
            <a:ext cx="5962474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9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1C2B3A"/>
                </a:solidFill>
              </a:rPr>
              <a:t>Results II: More Training Does Not Fix Domain Shift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E (zID)›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49488"/>
            <a:ext cx="5715000" cy="3987622"/>
          </a:xfrm>
          <a:prstGeom prst="rect">
            <a:avLst/>
          </a:prstGeom>
        </p:spPr>
      </p:pic>
      <p:pic>
        <p:nvPicPr>
          <p:cNvPr id="8" name="Picture 7" descr="frozen_v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30584"/>
            <a:ext cx="5715000" cy="38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8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C2B3A"/>
                </a:solidFill>
              </a:rPr>
              <a:t>Results III: Severity Becomes a Model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6227064"/>
            <a:ext cx="7324344" cy="2651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56F"/>
                </a:solidFill>
                <a:latin typeface="Aptos"/>
              </a:rPr>
              <a:t>Presenter: ‹Presenter E (zID)›</a:t>
            </a:r>
          </a:p>
        </p:txBody>
      </p:sp>
      <p:pic>
        <p:nvPicPr>
          <p:cNvPr id="4" name="Picture 3" descr="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04817"/>
            <a:ext cx="8458200" cy="34678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25712" y="1536192"/>
            <a:ext cx="24871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35440" y="1609344"/>
            <a:ext cx="2267712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1BAD7E"/>
                </a:solidFill>
                <a:latin typeface="Aptos"/>
              </a:rPr>
              <a:t>ρ = 0.957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2093976"/>
            <a:ext cx="2267712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C2B3A"/>
                </a:solidFill>
                <a:latin typeface="Aptos"/>
              </a:rPr>
              <a:t>joint head vs official mask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5712" y="2971800"/>
            <a:ext cx="24871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0" y="3044952"/>
            <a:ext cx="2267712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2F7BD5"/>
                </a:solidFill>
                <a:latin typeface="Aptos"/>
              </a:rPr>
              <a:t>κ = 0.47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529584"/>
            <a:ext cx="2267712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C2B3A"/>
                </a:solidFill>
                <a:latin typeface="Aptos"/>
              </a:rPr>
              <a:t>recalibrated vs humans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590288"/>
            <a:ext cx="2267712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C2B3A"/>
                </a:solidFill>
                <a:latin typeface="Aptos"/>
              </a:rPr>
              <a:t>Best estimator available,
but still below human reliability.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1C2B3A"/>
                </a:solidFill>
              </a:rPr>
              <a:t>Conclusion: Adapt to the Field, Do Not Trust 99% Alone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/>
              <a:t>Presenter: ‹Presenter E (zID)›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243584"/>
            <a:ext cx="3657600" cy="1078992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2F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384048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2F7BD5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53312"/>
            <a:ext cx="2697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Aptos"/>
              </a:rPr>
              <a:t>Strong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9928"/>
            <a:ext cx="269748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56F"/>
                </a:solidFill>
                <a:latin typeface="Aptos"/>
              </a:rPr>
              <a:t>99.53% laboratory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624328"/>
            <a:ext cx="3657600" cy="1078992"/>
          </a:xfrm>
          <a:prstGeom prst="roundRect">
            <a:avLst/>
          </a:prstGeom>
          <a:solidFill>
            <a:srgbClr val="FEEEE2"/>
          </a:solidFill>
          <a:ln w="12700">
            <a:solidFill>
              <a:srgbClr val="F26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862072"/>
            <a:ext cx="384048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F2652E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34056"/>
            <a:ext cx="2697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Aptos"/>
              </a:rPr>
              <a:t>Weak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90672"/>
            <a:ext cx="269748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56F"/>
                </a:solidFill>
                <a:latin typeface="Aptos"/>
              </a:rPr>
              <a:t>16.1% zero-shot field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4005072"/>
            <a:ext cx="3657600" cy="1078992"/>
          </a:xfrm>
          <a:prstGeom prst="roundRect">
            <a:avLst/>
          </a:prstGeom>
          <a:solidFill>
            <a:srgbClr val="E5F7F0"/>
          </a:solidFill>
          <a:ln w="12700">
            <a:solidFill>
              <a:srgbClr val="1BA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4242816"/>
            <a:ext cx="384048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BAD7E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14800"/>
            <a:ext cx="2697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C2B3A"/>
                </a:solidFill>
                <a:latin typeface="Aptos"/>
              </a:rPr>
              <a:t>Honest remedy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71416"/>
            <a:ext cx="269748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56F"/>
                </a:solidFill>
                <a:latin typeface="Aptos"/>
              </a:rPr>
              <a:t>field adaptation → 55.9%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943" y="1078992"/>
            <a:ext cx="663640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91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t>Thank you</a:t>
            </a:r>
            <a:endParaRPr lang="en-AU" dirty="0"/>
          </a:p>
        </p:txBody>
      </p:sp>
      <p:pic>
        <p:nvPicPr>
          <p:cNvPr id="7" name="Content Placeholder 6" descr="A close-up of a sign&#10;&#10;Description automatically generated">
            <a:extLst>
              <a:ext uri="{FF2B5EF4-FFF2-40B4-BE49-F238E27FC236}">
                <a16:creationId xmlns:a16="http://schemas.microsoft.com/office/drawing/2014/main" id="{E6A46D06-B9F6-03B1-4D50-D1E69FD05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66192" y="1233577"/>
            <a:ext cx="6705280" cy="45892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E4871-DE5C-860E-EE36-92B2A29982EF}"/>
              </a:ext>
            </a:extLst>
          </p:cNvPr>
          <p:cNvSpPr txBox="1"/>
          <p:nvPr/>
        </p:nvSpPr>
        <p:spPr>
          <a:xfrm>
            <a:off x="368381" y="6308080"/>
            <a:ext cx="67052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900"/>
              <a:t>Code &amp; notebook: plant-disease-detection/  ·  COMP9444 25T1 Project 090</a:t>
            </a:r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109005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4956</TotalTime>
  <Words>764</Words>
  <Application>Microsoft Office PowerPoint</Application>
  <PresentationFormat>宽屏</PresentationFormat>
  <Paragraphs>125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演示文稿</vt:lpstr>
      <vt:lpstr>Motivation: From Benchmark Accuracy to Field Reliability</vt:lpstr>
      <vt:lpstr>Problem Statement: One Deployment Claim, Three Questions</vt:lpstr>
      <vt:lpstr>Literature Review: the Gap Is Known</vt:lpstr>
      <vt:lpstr>Datasets: Laboratory vs Field</vt:lpstr>
      <vt:lpstr>Data Analysis: Composition and Validity Risks</vt:lpstr>
      <vt:lpstr>Methods: Architecture and Evaluation Design</vt:lpstr>
      <vt:lpstr>Results I: Near-Ceiling Laboratory Accuracy</vt:lpstr>
      <vt:lpstr>Results II: More Training Does Not Fix Domain Shift</vt:lpstr>
      <vt:lpstr>Results III: Severity Becomes a Model Output</vt:lpstr>
      <vt:lpstr>Conclusion: Adapt to the Field, Do Not Trust 99% Alone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Plant Disease Detection Using Computer Vision — Visual Copy</dc:title>
  <dc:creator>Shisheng Zhang</dc:creator>
  <cp:lastModifiedBy>Songning Liu</cp:lastModifiedBy>
  <cp:revision>50</cp:revision>
  <dcterms:created xsi:type="dcterms:W3CDTF">2022-11-14T00:04:04Z</dcterms:created>
  <dcterms:modified xsi:type="dcterms:W3CDTF">2026-08-01T07:08:02Z</dcterms:modified>
</cp:coreProperties>
</file>